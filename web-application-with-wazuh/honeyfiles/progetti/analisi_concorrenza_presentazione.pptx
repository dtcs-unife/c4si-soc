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759B0-150E-4153-BFB0-2F05DBF95E3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595D0A7-6C41-4DF3-8DE3-2932F7747E04}">
      <dgm:prSet/>
      <dgm:spPr/>
      <dgm:t>
        <a:bodyPr/>
        <a:lstStyle/>
        <a:p>
          <a:r>
            <a:rPr lang="it-IT"/>
            <a:t>Azienda A</a:t>
          </a:r>
          <a:endParaRPr lang="en-US"/>
        </a:p>
      </dgm:t>
    </dgm:pt>
    <dgm:pt modelId="{8E624D8C-B355-4063-BBA9-BDAFC3DF1D5D}" type="parTrans" cxnId="{26702756-A23D-4DF4-8A58-C44AC0C09B43}">
      <dgm:prSet/>
      <dgm:spPr/>
      <dgm:t>
        <a:bodyPr/>
        <a:lstStyle/>
        <a:p>
          <a:endParaRPr lang="en-US"/>
        </a:p>
      </dgm:t>
    </dgm:pt>
    <dgm:pt modelId="{38211F1D-2537-456B-A9FC-094673B65204}" type="sibTrans" cxnId="{26702756-A23D-4DF4-8A58-C44AC0C09B43}">
      <dgm:prSet/>
      <dgm:spPr/>
      <dgm:t>
        <a:bodyPr/>
        <a:lstStyle/>
        <a:p>
          <a:endParaRPr lang="en-US"/>
        </a:p>
      </dgm:t>
    </dgm:pt>
    <dgm:pt modelId="{D762AEE1-0A43-4273-B312-D0291883A312}">
      <dgm:prSet/>
      <dgm:spPr/>
      <dgm:t>
        <a:bodyPr/>
        <a:lstStyle/>
        <a:p>
          <a:r>
            <a:rPr lang="it-IT"/>
            <a:t>Azienda B</a:t>
          </a:r>
          <a:endParaRPr lang="en-US"/>
        </a:p>
      </dgm:t>
    </dgm:pt>
    <dgm:pt modelId="{91B76D39-F1B0-49DF-9E65-12CBF1C48DAF}" type="parTrans" cxnId="{8819C0F2-DDBD-4956-982F-09CED07DCC55}">
      <dgm:prSet/>
      <dgm:spPr/>
      <dgm:t>
        <a:bodyPr/>
        <a:lstStyle/>
        <a:p>
          <a:endParaRPr lang="en-US"/>
        </a:p>
      </dgm:t>
    </dgm:pt>
    <dgm:pt modelId="{35B12E8B-B22D-4363-BAE1-78C8B1D6645C}" type="sibTrans" cxnId="{8819C0F2-DDBD-4956-982F-09CED07DCC55}">
      <dgm:prSet/>
      <dgm:spPr/>
      <dgm:t>
        <a:bodyPr/>
        <a:lstStyle/>
        <a:p>
          <a:endParaRPr lang="en-US"/>
        </a:p>
      </dgm:t>
    </dgm:pt>
    <dgm:pt modelId="{2EBE3F8F-4CAA-4DFD-9576-D32D98E503E9}">
      <dgm:prSet/>
      <dgm:spPr/>
      <dgm:t>
        <a:bodyPr/>
        <a:lstStyle/>
        <a:p>
          <a:r>
            <a:rPr lang="it-IT"/>
            <a:t>Azienda C</a:t>
          </a:r>
          <a:endParaRPr lang="en-US"/>
        </a:p>
      </dgm:t>
    </dgm:pt>
    <dgm:pt modelId="{8ADA9F53-0509-49C8-85AC-514F6643C308}" type="parTrans" cxnId="{A6571403-113D-463A-AEB8-285E930CDF04}">
      <dgm:prSet/>
      <dgm:spPr/>
      <dgm:t>
        <a:bodyPr/>
        <a:lstStyle/>
        <a:p>
          <a:endParaRPr lang="en-US"/>
        </a:p>
      </dgm:t>
    </dgm:pt>
    <dgm:pt modelId="{10B27B36-4F2A-4BD5-B9E2-AB67C823C9C1}" type="sibTrans" cxnId="{A6571403-113D-463A-AEB8-285E930CDF04}">
      <dgm:prSet/>
      <dgm:spPr/>
      <dgm:t>
        <a:bodyPr/>
        <a:lstStyle/>
        <a:p>
          <a:endParaRPr lang="en-US"/>
        </a:p>
      </dgm:t>
    </dgm:pt>
    <dgm:pt modelId="{FF209CAF-E6E0-4474-AC38-515AE0F16B2E}" type="pres">
      <dgm:prSet presAssocID="{901759B0-150E-4153-BFB0-2F05DBF95E35}" presName="diagram" presStyleCnt="0">
        <dgm:presLayoutVars>
          <dgm:dir/>
          <dgm:resizeHandles val="exact"/>
        </dgm:presLayoutVars>
      </dgm:prSet>
      <dgm:spPr/>
    </dgm:pt>
    <dgm:pt modelId="{9762438F-D25E-4030-8CAC-6C3A43DFE318}" type="pres">
      <dgm:prSet presAssocID="{3595D0A7-6C41-4DF3-8DE3-2932F7747E04}" presName="node" presStyleLbl="node1" presStyleIdx="0" presStyleCnt="3">
        <dgm:presLayoutVars>
          <dgm:bulletEnabled val="1"/>
        </dgm:presLayoutVars>
      </dgm:prSet>
      <dgm:spPr/>
    </dgm:pt>
    <dgm:pt modelId="{7729141B-A2B9-4F16-B407-F96C45B0E0DE}" type="pres">
      <dgm:prSet presAssocID="{38211F1D-2537-456B-A9FC-094673B65204}" presName="sibTrans" presStyleCnt="0"/>
      <dgm:spPr/>
    </dgm:pt>
    <dgm:pt modelId="{C6F1BEC5-95A4-4A20-855B-A832041725B7}" type="pres">
      <dgm:prSet presAssocID="{D762AEE1-0A43-4273-B312-D0291883A312}" presName="node" presStyleLbl="node1" presStyleIdx="1" presStyleCnt="3">
        <dgm:presLayoutVars>
          <dgm:bulletEnabled val="1"/>
        </dgm:presLayoutVars>
      </dgm:prSet>
      <dgm:spPr/>
    </dgm:pt>
    <dgm:pt modelId="{D5BD2EDF-04D1-442B-8684-623D281ACB96}" type="pres">
      <dgm:prSet presAssocID="{35B12E8B-B22D-4363-BAE1-78C8B1D6645C}" presName="sibTrans" presStyleCnt="0"/>
      <dgm:spPr/>
    </dgm:pt>
    <dgm:pt modelId="{B745B9C3-0FA6-4F67-BFC5-58AFB54DEB1D}" type="pres">
      <dgm:prSet presAssocID="{2EBE3F8F-4CAA-4DFD-9576-D32D98E503E9}" presName="node" presStyleLbl="node1" presStyleIdx="2" presStyleCnt="3">
        <dgm:presLayoutVars>
          <dgm:bulletEnabled val="1"/>
        </dgm:presLayoutVars>
      </dgm:prSet>
      <dgm:spPr/>
    </dgm:pt>
  </dgm:ptLst>
  <dgm:cxnLst>
    <dgm:cxn modelId="{A6571403-113D-463A-AEB8-285E930CDF04}" srcId="{901759B0-150E-4153-BFB0-2F05DBF95E35}" destId="{2EBE3F8F-4CAA-4DFD-9576-D32D98E503E9}" srcOrd="2" destOrd="0" parTransId="{8ADA9F53-0509-49C8-85AC-514F6643C308}" sibTransId="{10B27B36-4F2A-4BD5-B9E2-AB67C823C9C1}"/>
    <dgm:cxn modelId="{8EEE9E40-E496-483E-84CE-201019095E90}" type="presOf" srcId="{901759B0-150E-4153-BFB0-2F05DBF95E35}" destId="{FF209CAF-E6E0-4474-AC38-515AE0F16B2E}" srcOrd="0" destOrd="0" presId="urn:microsoft.com/office/officeart/2005/8/layout/default"/>
    <dgm:cxn modelId="{77882E6C-8CDF-432D-9380-F444D5632CF3}" type="presOf" srcId="{3595D0A7-6C41-4DF3-8DE3-2932F7747E04}" destId="{9762438F-D25E-4030-8CAC-6C3A43DFE318}" srcOrd="0" destOrd="0" presId="urn:microsoft.com/office/officeart/2005/8/layout/default"/>
    <dgm:cxn modelId="{26702756-A23D-4DF4-8A58-C44AC0C09B43}" srcId="{901759B0-150E-4153-BFB0-2F05DBF95E35}" destId="{3595D0A7-6C41-4DF3-8DE3-2932F7747E04}" srcOrd="0" destOrd="0" parTransId="{8E624D8C-B355-4063-BBA9-BDAFC3DF1D5D}" sibTransId="{38211F1D-2537-456B-A9FC-094673B65204}"/>
    <dgm:cxn modelId="{8E5FA88E-82A2-4194-8B96-B7E6FDA87DCF}" type="presOf" srcId="{2EBE3F8F-4CAA-4DFD-9576-D32D98E503E9}" destId="{B745B9C3-0FA6-4F67-BFC5-58AFB54DEB1D}" srcOrd="0" destOrd="0" presId="urn:microsoft.com/office/officeart/2005/8/layout/default"/>
    <dgm:cxn modelId="{8A22E1C5-92C3-4825-8D6A-90177F818F9A}" type="presOf" srcId="{D762AEE1-0A43-4273-B312-D0291883A312}" destId="{C6F1BEC5-95A4-4A20-855B-A832041725B7}" srcOrd="0" destOrd="0" presId="urn:microsoft.com/office/officeart/2005/8/layout/default"/>
    <dgm:cxn modelId="{8819C0F2-DDBD-4956-982F-09CED07DCC55}" srcId="{901759B0-150E-4153-BFB0-2F05DBF95E35}" destId="{D762AEE1-0A43-4273-B312-D0291883A312}" srcOrd="1" destOrd="0" parTransId="{91B76D39-F1B0-49DF-9E65-12CBF1C48DAF}" sibTransId="{35B12E8B-B22D-4363-BAE1-78C8B1D6645C}"/>
    <dgm:cxn modelId="{7A8926F8-209E-4123-9676-518CEFBA8015}" type="presParOf" srcId="{FF209CAF-E6E0-4474-AC38-515AE0F16B2E}" destId="{9762438F-D25E-4030-8CAC-6C3A43DFE318}" srcOrd="0" destOrd="0" presId="urn:microsoft.com/office/officeart/2005/8/layout/default"/>
    <dgm:cxn modelId="{2F2AB840-3DD9-4C3B-B6C4-F07B4D48A391}" type="presParOf" srcId="{FF209CAF-E6E0-4474-AC38-515AE0F16B2E}" destId="{7729141B-A2B9-4F16-B407-F96C45B0E0DE}" srcOrd="1" destOrd="0" presId="urn:microsoft.com/office/officeart/2005/8/layout/default"/>
    <dgm:cxn modelId="{5CCA92AA-D79E-4A00-85F2-F0CB52F1A52F}" type="presParOf" srcId="{FF209CAF-E6E0-4474-AC38-515AE0F16B2E}" destId="{C6F1BEC5-95A4-4A20-855B-A832041725B7}" srcOrd="2" destOrd="0" presId="urn:microsoft.com/office/officeart/2005/8/layout/default"/>
    <dgm:cxn modelId="{B81DF8DE-3D92-49C2-A780-556EEDC86B88}" type="presParOf" srcId="{FF209CAF-E6E0-4474-AC38-515AE0F16B2E}" destId="{D5BD2EDF-04D1-442B-8684-623D281ACB96}" srcOrd="3" destOrd="0" presId="urn:microsoft.com/office/officeart/2005/8/layout/default"/>
    <dgm:cxn modelId="{629B915B-8BEA-46FD-85C8-EF7630BCB772}" type="presParOf" srcId="{FF209CAF-E6E0-4474-AC38-515AE0F16B2E}" destId="{B745B9C3-0FA6-4F67-BFC5-58AFB54DEB1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D0290A-350C-4529-BDE3-1E778547130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91DCBD-7F7A-4A63-9584-E8A1CA3B970E}">
      <dgm:prSet/>
      <dgm:spPr/>
      <dgm:t>
        <a:bodyPr/>
        <a:lstStyle/>
        <a:p>
          <a:r>
            <a:rPr lang="it-IT"/>
            <a:t>Profilo aziendale (storia, dimensioni, posizionamento di mercato).</a:t>
          </a:r>
          <a:endParaRPr lang="en-US"/>
        </a:p>
      </dgm:t>
    </dgm:pt>
    <dgm:pt modelId="{71342432-5746-488C-8738-B1F512FB97AA}" type="parTrans" cxnId="{4356E7C6-F5BC-495F-B700-7343F6E5F69A}">
      <dgm:prSet/>
      <dgm:spPr/>
      <dgm:t>
        <a:bodyPr/>
        <a:lstStyle/>
        <a:p>
          <a:endParaRPr lang="en-US"/>
        </a:p>
      </dgm:t>
    </dgm:pt>
    <dgm:pt modelId="{15EE2F56-E7E5-4416-AB45-1BD6FD0F8E09}" type="sibTrans" cxnId="{4356E7C6-F5BC-495F-B700-7343F6E5F69A}">
      <dgm:prSet/>
      <dgm:spPr/>
      <dgm:t>
        <a:bodyPr/>
        <a:lstStyle/>
        <a:p>
          <a:endParaRPr lang="en-US"/>
        </a:p>
      </dgm:t>
    </dgm:pt>
    <dgm:pt modelId="{0C7918DF-E726-4E96-ADF8-17E6F0F3CE8A}">
      <dgm:prSet/>
      <dgm:spPr/>
      <dgm:t>
        <a:bodyPr/>
        <a:lstStyle/>
        <a:p>
          <a:r>
            <a:rPr lang="it-IT"/>
            <a:t>Prodotti/servizi offerti.</a:t>
          </a:r>
          <a:endParaRPr lang="en-US"/>
        </a:p>
      </dgm:t>
    </dgm:pt>
    <dgm:pt modelId="{536AD471-B207-4FB4-9C75-732D678CFBFC}" type="parTrans" cxnId="{16B6EF03-798F-4960-8132-5A5297D8BAAC}">
      <dgm:prSet/>
      <dgm:spPr/>
      <dgm:t>
        <a:bodyPr/>
        <a:lstStyle/>
        <a:p>
          <a:endParaRPr lang="en-US"/>
        </a:p>
      </dgm:t>
    </dgm:pt>
    <dgm:pt modelId="{EEA99F7F-3D02-406B-9484-F6C2CC8152B7}" type="sibTrans" cxnId="{16B6EF03-798F-4960-8132-5A5297D8BAAC}">
      <dgm:prSet/>
      <dgm:spPr/>
      <dgm:t>
        <a:bodyPr/>
        <a:lstStyle/>
        <a:p>
          <a:endParaRPr lang="en-US"/>
        </a:p>
      </dgm:t>
    </dgm:pt>
    <dgm:pt modelId="{A4C7649E-E2D9-4BF5-9938-C592401A3E7F}">
      <dgm:prSet/>
      <dgm:spPr/>
      <dgm:t>
        <a:bodyPr/>
        <a:lstStyle/>
        <a:p>
          <a:r>
            <a:rPr lang="it-IT"/>
            <a:t>Strategie di marketing e di vendita.</a:t>
          </a:r>
          <a:endParaRPr lang="en-US"/>
        </a:p>
      </dgm:t>
    </dgm:pt>
    <dgm:pt modelId="{4BFFAEBB-BCFF-4988-8AE6-E05F62060088}" type="parTrans" cxnId="{BDCF8D2A-F2F2-4B4F-8302-B074FF9FCABE}">
      <dgm:prSet/>
      <dgm:spPr/>
      <dgm:t>
        <a:bodyPr/>
        <a:lstStyle/>
        <a:p>
          <a:endParaRPr lang="en-US"/>
        </a:p>
      </dgm:t>
    </dgm:pt>
    <dgm:pt modelId="{F15DEE1B-C479-49B1-B2F6-8F73651AD4B2}" type="sibTrans" cxnId="{BDCF8D2A-F2F2-4B4F-8302-B074FF9FCABE}">
      <dgm:prSet/>
      <dgm:spPr/>
      <dgm:t>
        <a:bodyPr/>
        <a:lstStyle/>
        <a:p>
          <a:endParaRPr lang="en-US"/>
        </a:p>
      </dgm:t>
    </dgm:pt>
    <dgm:pt modelId="{902A5142-90A8-4F40-A368-E17DEF037904}">
      <dgm:prSet/>
      <dgm:spPr/>
      <dgm:t>
        <a:bodyPr/>
        <a:lstStyle/>
        <a:p>
          <a:r>
            <a:rPr lang="it-IT"/>
            <a:t>Punti di forza e debolezza.</a:t>
          </a:r>
          <a:endParaRPr lang="en-US"/>
        </a:p>
      </dgm:t>
    </dgm:pt>
    <dgm:pt modelId="{74FDC573-C262-4BFC-9886-29BD9AA4A5F0}" type="parTrans" cxnId="{E690BF3A-3088-4083-965F-755EE8752560}">
      <dgm:prSet/>
      <dgm:spPr/>
      <dgm:t>
        <a:bodyPr/>
        <a:lstStyle/>
        <a:p>
          <a:endParaRPr lang="en-US"/>
        </a:p>
      </dgm:t>
    </dgm:pt>
    <dgm:pt modelId="{DDE92DE0-2756-4FC8-8424-25828494A33F}" type="sibTrans" cxnId="{E690BF3A-3088-4083-965F-755EE8752560}">
      <dgm:prSet/>
      <dgm:spPr/>
      <dgm:t>
        <a:bodyPr/>
        <a:lstStyle/>
        <a:p>
          <a:endParaRPr lang="en-US"/>
        </a:p>
      </dgm:t>
    </dgm:pt>
    <dgm:pt modelId="{0E67F0AB-AF52-4197-899F-325754EA0814}">
      <dgm:prSet/>
      <dgm:spPr/>
      <dgm:t>
        <a:bodyPr/>
        <a:lstStyle/>
        <a:p>
          <a:r>
            <a:rPr lang="it-IT"/>
            <a:t>Opportunità e minacce.</a:t>
          </a:r>
          <a:endParaRPr lang="en-US"/>
        </a:p>
      </dgm:t>
    </dgm:pt>
    <dgm:pt modelId="{D4941936-8B98-4533-B5F3-3EC917BA492E}" type="parTrans" cxnId="{BB862E20-2DC7-417F-B2F3-1373145FB65E}">
      <dgm:prSet/>
      <dgm:spPr/>
      <dgm:t>
        <a:bodyPr/>
        <a:lstStyle/>
        <a:p>
          <a:endParaRPr lang="en-US"/>
        </a:p>
      </dgm:t>
    </dgm:pt>
    <dgm:pt modelId="{04A92688-4AAE-4FFB-8FB8-9BA0DC957533}" type="sibTrans" cxnId="{BB862E20-2DC7-417F-B2F3-1373145FB65E}">
      <dgm:prSet/>
      <dgm:spPr/>
      <dgm:t>
        <a:bodyPr/>
        <a:lstStyle/>
        <a:p>
          <a:endParaRPr lang="en-US"/>
        </a:p>
      </dgm:t>
    </dgm:pt>
    <dgm:pt modelId="{D4C05806-E46B-4CAD-9BA1-64D41A27B150}" type="pres">
      <dgm:prSet presAssocID="{D5D0290A-350C-4529-BDE3-1E7785471309}" presName="outerComposite" presStyleCnt="0">
        <dgm:presLayoutVars>
          <dgm:chMax val="5"/>
          <dgm:dir/>
          <dgm:resizeHandles val="exact"/>
        </dgm:presLayoutVars>
      </dgm:prSet>
      <dgm:spPr/>
    </dgm:pt>
    <dgm:pt modelId="{2A09973F-7640-4C28-A9FE-392221F0C9B3}" type="pres">
      <dgm:prSet presAssocID="{D5D0290A-350C-4529-BDE3-1E7785471309}" presName="dummyMaxCanvas" presStyleCnt="0">
        <dgm:presLayoutVars/>
      </dgm:prSet>
      <dgm:spPr/>
    </dgm:pt>
    <dgm:pt modelId="{A8E60529-AF53-407E-955B-7FC54DD472AF}" type="pres">
      <dgm:prSet presAssocID="{D5D0290A-350C-4529-BDE3-1E7785471309}" presName="FiveNodes_1" presStyleLbl="node1" presStyleIdx="0" presStyleCnt="5">
        <dgm:presLayoutVars>
          <dgm:bulletEnabled val="1"/>
        </dgm:presLayoutVars>
      </dgm:prSet>
      <dgm:spPr/>
    </dgm:pt>
    <dgm:pt modelId="{7A1AC054-D9E6-4F68-9F1B-281C42ECF1BF}" type="pres">
      <dgm:prSet presAssocID="{D5D0290A-350C-4529-BDE3-1E7785471309}" presName="FiveNodes_2" presStyleLbl="node1" presStyleIdx="1" presStyleCnt="5">
        <dgm:presLayoutVars>
          <dgm:bulletEnabled val="1"/>
        </dgm:presLayoutVars>
      </dgm:prSet>
      <dgm:spPr/>
    </dgm:pt>
    <dgm:pt modelId="{53B784B2-6710-4631-A316-D6030F28F847}" type="pres">
      <dgm:prSet presAssocID="{D5D0290A-350C-4529-BDE3-1E7785471309}" presName="FiveNodes_3" presStyleLbl="node1" presStyleIdx="2" presStyleCnt="5">
        <dgm:presLayoutVars>
          <dgm:bulletEnabled val="1"/>
        </dgm:presLayoutVars>
      </dgm:prSet>
      <dgm:spPr/>
    </dgm:pt>
    <dgm:pt modelId="{983E51B3-756C-44C3-AC4F-61387812E58D}" type="pres">
      <dgm:prSet presAssocID="{D5D0290A-350C-4529-BDE3-1E7785471309}" presName="FiveNodes_4" presStyleLbl="node1" presStyleIdx="3" presStyleCnt="5">
        <dgm:presLayoutVars>
          <dgm:bulletEnabled val="1"/>
        </dgm:presLayoutVars>
      </dgm:prSet>
      <dgm:spPr/>
    </dgm:pt>
    <dgm:pt modelId="{CFAE43CC-0022-4798-9ED0-57B84ECBB4FB}" type="pres">
      <dgm:prSet presAssocID="{D5D0290A-350C-4529-BDE3-1E7785471309}" presName="FiveNodes_5" presStyleLbl="node1" presStyleIdx="4" presStyleCnt="5">
        <dgm:presLayoutVars>
          <dgm:bulletEnabled val="1"/>
        </dgm:presLayoutVars>
      </dgm:prSet>
      <dgm:spPr/>
    </dgm:pt>
    <dgm:pt modelId="{17B8A6E4-51E5-4AB4-A7F5-A7055333492E}" type="pres">
      <dgm:prSet presAssocID="{D5D0290A-350C-4529-BDE3-1E7785471309}" presName="FiveConn_1-2" presStyleLbl="fgAccFollowNode1" presStyleIdx="0" presStyleCnt="4">
        <dgm:presLayoutVars>
          <dgm:bulletEnabled val="1"/>
        </dgm:presLayoutVars>
      </dgm:prSet>
      <dgm:spPr/>
    </dgm:pt>
    <dgm:pt modelId="{31AE0197-2C6F-49F0-94CF-3A68FCED37AB}" type="pres">
      <dgm:prSet presAssocID="{D5D0290A-350C-4529-BDE3-1E7785471309}" presName="FiveConn_2-3" presStyleLbl="fgAccFollowNode1" presStyleIdx="1" presStyleCnt="4">
        <dgm:presLayoutVars>
          <dgm:bulletEnabled val="1"/>
        </dgm:presLayoutVars>
      </dgm:prSet>
      <dgm:spPr/>
    </dgm:pt>
    <dgm:pt modelId="{5C088003-EFB1-417B-AD33-8110193C7DF5}" type="pres">
      <dgm:prSet presAssocID="{D5D0290A-350C-4529-BDE3-1E7785471309}" presName="FiveConn_3-4" presStyleLbl="fgAccFollowNode1" presStyleIdx="2" presStyleCnt="4">
        <dgm:presLayoutVars>
          <dgm:bulletEnabled val="1"/>
        </dgm:presLayoutVars>
      </dgm:prSet>
      <dgm:spPr/>
    </dgm:pt>
    <dgm:pt modelId="{9DF52F49-EC22-4E37-923E-9A0B8097CA83}" type="pres">
      <dgm:prSet presAssocID="{D5D0290A-350C-4529-BDE3-1E7785471309}" presName="FiveConn_4-5" presStyleLbl="fgAccFollowNode1" presStyleIdx="3" presStyleCnt="4">
        <dgm:presLayoutVars>
          <dgm:bulletEnabled val="1"/>
        </dgm:presLayoutVars>
      </dgm:prSet>
      <dgm:spPr/>
    </dgm:pt>
    <dgm:pt modelId="{FEE3FC1A-F2B3-4C48-A399-E98C2D8D3A30}" type="pres">
      <dgm:prSet presAssocID="{D5D0290A-350C-4529-BDE3-1E7785471309}" presName="FiveNodes_1_text" presStyleLbl="node1" presStyleIdx="4" presStyleCnt="5">
        <dgm:presLayoutVars>
          <dgm:bulletEnabled val="1"/>
        </dgm:presLayoutVars>
      </dgm:prSet>
      <dgm:spPr/>
    </dgm:pt>
    <dgm:pt modelId="{03397D20-FA40-4799-8878-985CBACD512A}" type="pres">
      <dgm:prSet presAssocID="{D5D0290A-350C-4529-BDE3-1E7785471309}" presName="FiveNodes_2_text" presStyleLbl="node1" presStyleIdx="4" presStyleCnt="5">
        <dgm:presLayoutVars>
          <dgm:bulletEnabled val="1"/>
        </dgm:presLayoutVars>
      </dgm:prSet>
      <dgm:spPr/>
    </dgm:pt>
    <dgm:pt modelId="{AF3645A8-6808-44E3-A7C9-AD78180D3F02}" type="pres">
      <dgm:prSet presAssocID="{D5D0290A-350C-4529-BDE3-1E7785471309}" presName="FiveNodes_3_text" presStyleLbl="node1" presStyleIdx="4" presStyleCnt="5">
        <dgm:presLayoutVars>
          <dgm:bulletEnabled val="1"/>
        </dgm:presLayoutVars>
      </dgm:prSet>
      <dgm:spPr/>
    </dgm:pt>
    <dgm:pt modelId="{794948A8-8BC3-4881-93E8-2C82E987C964}" type="pres">
      <dgm:prSet presAssocID="{D5D0290A-350C-4529-BDE3-1E7785471309}" presName="FiveNodes_4_text" presStyleLbl="node1" presStyleIdx="4" presStyleCnt="5">
        <dgm:presLayoutVars>
          <dgm:bulletEnabled val="1"/>
        </dgm:presLayoutVars>
      </dgm:prSet>
      <dgm:spPr/>
    </dgm:pt>
    <dgm:pt modelId="{A6EB1308-7673-46B3-B61D-E9A743993465}" type="pres">
      <dgm:prSet presAssocID="{D5D0290A-350C-4529-BDE3-1E778547130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6B6EF03-798F-4960-8132-5A5297D8BAAC}" srcId="{D5D0290A-350C-4529-BDE3-1E7785471309}" destId="{0C7918DF-E726-4E96-ADF8-17E6F0F3CE8A}" srcOrd="1" destOrd="0" parTransId="{536AD471-B207-4FB4-9C75-732D678CFBFC}" sibTransId="{EEA99F7F-3D02-406B-9484-F6C2CC8152B7}"/>
    <dgm:cxn modelId="{BDE94817-9EF3-4D75-9D6E-957DF44280E7}" type="presOf" srcId="{DDE92DE0-2756-4FC8-8424-25828494A33F}" destId="{9DF52F49-EC22-4E37-923E-9A0B8097CA83}" srcOrd="0" destOrd="0" presId="urn:microsoft.com/office/officeart/2005/8/layout/vProcess5"/>
    <dgm:cxn modelId="{BB862E20-2DC7-417F-B2F3-1373145FB65E}" srcId="{D5D0290A-350C-4529-BDE3-1E7785471309}" destId="{0E67F0AB-AF52-4197-899F-325754EA0814}" srcOrd="4" destOrd="0" parTransId="{D4941936-8B98-4533-B5F3-3EC917BA492E}" sibTransId="{04A92688-4AAE-4FFB-8FB8-9BA0DC957533}"/>
    <dgm:cxn modelId="{41132024-7D36-4E91-AC52-FDE32A11C7D0}" type="presOf" srcId="{15EE2F56-E7E5-4416-AB45-1BD6FD0F8E09}" destId="{17B8A6E4-51E5-4AB4-A7F5-A7055333492E}" srcOrd="0" destOrd="0" presId="urn:microsoft.com/office/officeart/2005/8/layout/vProcess5"/>
    <dgm:cxn modelId="{BDCF8D2A-F2F2-4B4F-8302-B074FF9FCABE}" srcId="{D5D0290A-350C-4529-BDE3-1E7785471309}" destId="{A4C7649E-E2D9-4BF5-9938-C592401A3E7F}" srcOrd="2" destOrd="0" parTransId="{4BFFAEBB-BCFF-4988-8AE6-E05F62060088}" sibTransId="{F15DEE1B-C479-49B1-B2F6-8F73651AD4B2}"/>
    <dgm:cxn modelId="{17303636-06B7-4DBC-A79D-F7AF0EAF721C}" type="presOf" srcId="{0E67F0AB-AF52-4197-899F-325754EA0814}" destId="{CFAE43CC-0022-4798-9ED0-57B84ECBB4FB}" srcOrd="0" destOrd="0" presId="urn:microsoft.com/office/officeart/2005/8/layout/vProcess5"/>
    <dgm:cxn modelId="{E690BF3A-3088-4083-965F-755EE8752560}" srcId="{D5D0290A-350C-4529-BDE3-1E7785471309}" destId="{902A5142-90A8-4F40-A368-E17DEF037904}" srcOrd="3" destOrd="0" parTransId="{74FDC573-C262-4BFC-9886-29BD9AA4A5F0}" sibTransId="{DDE92DE0-2756-4FC8-8424-25828494A33F}"/>
    <dgm:cxn modelId="{96230940-F5A0-47AA-BAE1-28B2EAA11309}" type="presOf" srcId="{0C7918DF-E726-4E96-ADF8-17E6F0F3CE8A}" destId="{03397D20-FA40-4799-8878-985CBACD512A}" srcOrd="1" destOrd="0" presId="urn:microsoft.com/office/officeart/2005/8/layout/vProcess5"/>
    <dgm:cxn modelId="{9E564C5D-A446-4216-9BEF-B34D6E0E410A}" type="presOf" srcId="{902A5142-90A8-4F40-A368-E17DEF037904}" destId="{794948A8-8BC3-4881-93E8-2C82E987C964}" srcOrd="1" destOrd="0" presId="urn:microsoft.com/office/officeart/2005/8/layout/vProcess5"/>
    <dgm:cxn modelId="{C8ECA34D-4680-4EA2-8ADD-3B3FB1EAABFD}" type="presOf" srcId="{902A5142-90A8-4F40-A368-E17DEF037904}" destId="{983E51B3-756C-44C3-AC4F-61387812E58D}" srcOrd="0" destOrd="0" presId="urn:microsoft.com/office/officeart/2005/8/layout/vProcess5"/>
    <dgm:cxn modelId="{C7F58D6F-B2C5-43A6-8FFE-5DCEA5502339}" type="presOf" srcId="{A4C7649E-E2D9-4BF5-9938-C592401A3E7F}" destId="{53B784B2-6710-4631-A316-D6030F28F847}" srcOrd="0" destOrd="0" presId="urn:microsoft.com/office/officeart/2005/8/layout/vProcess5"/>
    <dgm:cxn modelId="{B3DD1A73-1656-4C0A-8C1E-5332C7EC0035}" type="presOf" srcId="{EEA99F7F-3D02-406B-9484-F6C2CC8152B7}" destId="{31AE0197-2C6F-49F0-94CF-3A68FCED37AB}" srcOrd="0" destOrd="0" presId="urn:microsoft.com/office/officeart/2005/8/layout/vProcess5"/>
    <dgm:cxn modelId="{45E5367E-A970-478B-ACD6-55F6FBBFED53}" type="presOf" srcId="{A4C7649E-E2D9-4BF5-9938-C592401A3E7F}" destId="{AF3645A8-6808-44E3-A7C9-AD78180D3F02}" srcOrd="1" destOrd="0" presId="urn:microsoft.com/office/officeart/2005/8/layout/vProcess5"/>
    <dgm:cxn modelId="{A7B406AA-BF77-4904-96B3-320777771E50}" type="presOf" srcId="{2491DCBD-7F7A-4A63-9584-E8A1CA3B970E}" destId="{FEE3FC1A-F2B3-4C48-A399-E98C2D8D3A30}" srcOrd="1" destOrd="0" presId="urn:microsoft.com/office/officeart/2005/8/layout/vProcess5"/>
    <dgm:cxn modelId="{846C98AB-8C62-461B-844E-209CAB171983}" type="presOf" srcId="{D5D0290A-350C-4529-BDE3-1E7785471309}" destId="{D4C05806-E46B-4CAD-9BA1-64D41A27B150}" srcOrd="0" destOrd="0" presId="urn:microsoft.com/office/officeart/2005/8/layout/vProcess5"/>
    <dgm:cxn modelId="{4356E7C6-F5BC-495F-B700-7343F6E5F69A}" srcId="{D5D0290A-350C-4529-BDE3-1E7785471309}" destId="{2491DCBD-7F7A-4A63-9584-E8A1CA3B970E}" srcOrd="0" destOrd="0" parTransId="{71342432-5746-488C-8738-B1F512FB97AA}" sibTransId="{15EE2F56-E7E5-4416-AB45-1BD6FD0F8E09}"/>
    <dgm:cxn modelId="{35AD3FCF-4B31-4956-83A2-1A41540209FF}" type="presOf" srcId="{0E67F0AB-AF52-4197-899F-325754EA0814}" destId="{A6EB1308-7673-46B3-B61D-E9A743993465}" srcOrd="1" destOrd="0" presId="urn:microsoft.com/office/officeart/2005/8/layout/vProcess5"/>
    <dgm:cxn modelId="{D8CE1CD5-3CE8-4EEA-8755-7CAA99DBACC0}" type="presOf" srcId="{0C7918DF-E726-4E96-ADF8-17E6F0F3CE8A}" destId="{7A1AC054-D9E6-4F68-9F1B-281C42ECF1BF}" srcOrd="0" destOrd="0" presId="urn:microsoft.com/office/officeart/2005/8/layout/vProcess5"/>
    <dgm:cxn modelId="{BD4C84E9-2975-4C70-AE8C-00110D1BA693}" type="presOf" srcId="{F15DEE1B-C479-49B1-B2F6-8F73651AD4B2}" destId="{5C088003-EFB1-417B-AD33-8110193C7DF5}" srcOrd="0" destOrd="0" presId="urn:microsoft.com/office/officeart/2005/8/layout/vProcess5"/>
    <dgm:cxn modelId="{DF89FDF2-0498-4002-8B25-51A26BB1F8FD}" type="presOf" srcId="{2491DCBD-7F7A-4A63-9584-E8A1CA3B970E}" destId="{A8E60529-AF53-407E-955B-7FC54DD472AF}" srcOrd="0" destOrd="0" presId="urn:microsoft.com/office/officeart/2005/8/layout/vProcess5"/>
    <dgm:cxn modelId="{BD72EDB6-5BF2-45E1-A5A8-54285628B21B}" type="presParOf" srcId="{D4C05806-E46B-4CAD-9BA1-64D41A27B150}" destId="{2A09973F-7640-4C28-A9FE-392221F0C9B3}" srcOrd="0" destOrd="0" presId="urn:microsoft.com/office/officeart/2005/8/layout/vProcess5"/>
    <dgm:cxn modelId="{66A8B444-7223-4467-AE90-A884CEB45456}" type="presParOf" srcId="{D4C05806-E46B-4CAD-9BA1-64D41A27B150}" destId="{A8E60529-AF53-407E-955B-7FC54DD472AF}" srcOrd="1" destOrd="0" presId="urn:microsoft.com/office/officeart/2005/8/layout/vProcess5"/>
    <dgm:cxn modelId="{1B076212-BEF1-4739-AC17-04A3C77B7975}" type="presParOf" srcId="{D4C05806-E46B-4CAD-9BA1-64D41A27B150}" destId="{7A1AC054-D9E6-4F68-9F1B-281C42ECF1BF}" srcOrd="2" destOrd="0" presId="urn:microsoft.com/office/officeart/2005/8/layout/vProcess5"/>
    <dgm:cxn modelId="{109D902B-9448-4864-BF5A-4446D5BE3F67}" type="presParOf" srcId="{D4C05806-E46B-4CAD-9BA1-64D41A27B150}" destId="{53B784B2-6710-4631-A316-D6030F28F847}" srcOrd="3" destOrd="0" presId="urn:microsoft.com/office/officeart/2005/8/layout/vProcess5"/>
    <dgm:cxn modelId="{BB3E816D-0BBC-4006-96EB-7109B58B4794}" type="presParOf" srcId="{D4C05806-E46B-4CAD-9BA1-64D41A27B150}" destId="{983E51B3-756C-44C3-AC4F-61387812E58D}" srcOrd="4" destOrd="0" presId="urn:microsoft.com/office/officeart/2005/8/layout/vProcess5"/>
    <dgm:cxn modelId="{36601A1A-428E-430A-8502-06B28D7D6494}" type="presParOf" srcId="{D4C05806-E46B-4CAD-9BA1-64D41A27B150}" destId="{CFAE43CC-0022-4798-9ED0-57B84ECBB4FB}" srcOrd="5" destOrd="0" presId="urn:microsoft.com/office/officeart/2005/8/layout/vProcess5"/>
    <dgm:cxn modelId="{C2EAF5C7-EB80-4D58-80AD-09DD0F8121AB}" type="presParOf" srcId="{D4C05806-E46B-4CAD-9BA1-64D41A27B150}" destId="{17B8A6E4-51E5-4AB4-A7F5-A7055333492E}" srcOrd="6" destOrd="0" presId="urn:microsoft.com/office/officeart/2005/8/layout/vProcess5"/>
    <dgm:cxn modelId="{04F5AAD1-D326-4665-9269-2FA5B20B111C}" type="presParOf" srcId="{D4C05806-E46B-4CAD-9BA1-64D41A27B150}" destId="{31AE0197-2C6F-49F0-94CF-3A68FCED37AB}" srcOrd="7" destOrd="0" presId="urn:microsoft.com/office/officeart/2005/8/layout/vProcess5"/>
    <dgm:cxn modelId="{D348CDDF-6F7E-406B-BA59-D19C77ACDB9C}" type="presParOf" srcId="{D4C05806-E46B-4CAD-9BA1-64D41A27B150}" destId="{5C088003-EFB1-417B-AD33-8110193C7DF5}" srcOrd="8" destOrd="0" presId="urn:microsoft.com/office/officeart/2005/8/layout/vProcess5"/>
    <dgm:cxn modelId="{D9E7BFDB-B9C5-4FA9-8D89-3DB97E90C203}" type="presParOf" srcId="{D4C05806-E46B-4CAD-9BA1-64D41A27B150}" destId="{9DF52F49-EC22-4E37-923E-9A0B8097CA83}" srcOrd="9" destOrd="0" presId="urn:microsoft.com/office/officeart/2005/8/layout/vProcess5"/>
    <dgm:cxn modelId="{DB92B272-204B-4EC9-B7A4-D4571D187692}" type="presParOf" srcId="{D4C05806-E46B-4CAD-9BA1-64D41A27B150}" destId="{FEE3FC1A-F2B3-4C48-A399-E98C2D8D3A30}" srcOrd="10" destOrd="0" presId="urn:microsoft.com/office/officeart/2005/8/layout/vProcess5"/>
    <dgm:cxn modelId="{6A6DF0D9-ADA3-4AE3-B1C1-DC60E9705505}" type="presParOf" srcId="{D4C05806-E46B-4CAD-9BA1-64D41A27B150}" destId="{03397D20-FA40-4799-8878-985CBACD512A}" srcOrd="11" destOrd="0" presId="urn:microsoft.com/office/officeart/2005/8/layout/vProcess5"/>
    <dgm:cxn modelId="{1F0DDF46-CBC5-4688-B452-E801ACC23E0C}" type="presParOf" srcId="{D4C05806-E46B-4CAD-9BA1-64D41A27B150}" destId="{AF3645A8-6808-44E3-A7C9-AD78180D3F02}" srcOrd="12" destOrd="0" presId="urn:microsoft.com/office/officeart/2005/8/layout/vProcess5"/>
    <dgm:cxn modelId="{C4EC1F63-07FB-46D4-B6BC-1385222F23E6}" type="presParOf" srcId="{D4C05806-E46B-4CAD-9BA1-64D41A27B150}" destId="{794948A8-8BC3-4881-93E8-2C82E987C964}" srcOrd="13" destOrd="0" presId="urn:microsoft.com/office/officeart/2005/8/layout/vProcess5"/>
    <dgm:cxn modelId="{2FD80DCF-479E-4CFA-8F10-FF665F4615A3}" type="presParOf" srcId="{D4C05806-E46B-4CAD-9BA1-64D41A27B150}" destId="{A6EB1308-7673-46B3-B61D-E9A74399346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2438F-D25E-4030-8CAC-6C3A43DFE318}">
      <dsp:nvSpPr>
        <dsp:cNvPr id="0" name=""/>
        <dsp:cNvSpPr/>
      </dsp:nvSpPr>
      <dsp:spPr>
        <a:xfrm>
          <a:off x="0" y="887479"/>
          <a:ext cx="3145311" cy="18871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600" kern="1200"/>
            <a:t>Azienda A</a:t>
          </a:r>
          <a:endParaRPr lang="en-US" sz="5600" kern="1200"/>
        </a:p>
      </dsp:txBody>
      <dsp:txXfrm>
        <a:off x="0" y="887479"/>
        <a:ext cx="3145311" cy="1887187"/>
      </dsp:txXfrm>
    </dsp:sp>
    <dsp:sp modelId="{C6F1BEC5-95A4-4A20-855B-A832041725B7}">
      <dsp:nvSpPr>
        <dsp:cNvPr id="0" name=""/>
        <dsp:cNvSpPr/>
      </dsp:nvSpPr>
      <dsp:spPr>
        <a:xfrm>
          <a:off x="3459843" y="887479"/>
          <a:ext cx="3145311" cy="188718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600" kern="1200"/>
            <a:t>Azienda B</a:t>
          </a:r>
          <a:endParaRPr lang="en-US" sz="5600" kern="1200"/>
        </a:p>
      </dsp:txBody>
      <dsp:txXfrm>
        <a:off x="3459843" y="887479"/>
        <a:ext cx="3145311" cy="1887187"/>
      </dsp:txXfrm>
    </dsp:sp>
    <dsp:sp modelId="{B745B9C3-0FA6-4F67-BFC5-58AFB54DEB1D}">
      <dsp:nvSpPr>
        <dsp:cNvPr id="0" name=""/>
        <dsp:cNvSpPr/>
      </dsp:nvSpPr>
      <dsp:spPr>
        <a:xfrm>
          <a:off x="6919686" y="887479"/>
          <a:ext cx="3145311" cy="18871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600" kern="1200"/>
            <a:t>Azienda C</a:t>
          </a:r>
          <a:endParaRPr lang="en-US" sz="5600" kern="1200"/>
        </a:p>
      </dsp:txBody>
      <dsp:txXfrm>
        <a:off x="6919686" y="887479"/>
        <a:ext cx="3145311" cy="1887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60529-AF53-407E-955B-7FC54DD472AF}">
      <dsp:nvSpPr>
        <dsp:cNvPr id="0" name=""/>
        <dsp:cNvSpPr/>
      </dsp:nvSpPr>
      <dsp:spPr>
        <a:xfrm>
          <a:off x="0" y="0"/>
          <a:ext cx="7750048" cy="6591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Profilo aziendale (storia, dimensioni, posizionamento di mercato).</a:t>
          </a:r>
          <a:endParaRPr lang="en-US" sz="2000" kern="1200"/>
        </a:p>
      </dsp:txBody>
      <dsp:txXfrm>
        <a:off x="19307" y="19307"/>
        <a:ext cx="6961609" cy="620572"/>
      </dsp:txXfrm>
    </dsp:sp>
    <dsp:sp modelId="{7A1AC054-D9E6-4F68-9F1B-281C42ECF1BF}">
      <dsp:nvSpPr>
        <dsp:cNvPr id="0" name=""/>
        <dsp:cNvSpPr/>
      </dsp:nvSpPr>
      <dsp:spPr>
        <a:xfrm>
          <a:off x="578737" y="750740"/>
          <a:ext cx="7750048" cy="659186"/>
        </a:xfrm>
        <a:prstGeom prst="roundRect">
          <a:avLst>
            <a:gd name="adj" fmla="val 10000"/>
          </a:avLst>
        </a:prstGeom>
        <a:solidFill>
          <a:schemeClr val="accent2">
            <a:hueOff val="757982"/>
            <a:satOff val="1395"/>
            <a:lumOff val="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Prodotti/servizi offerti.</a:t>
          </a:r>
          <a:endParaRPr lang="en-US" sz="2000" kern="1200"/>
        </a:p>
      </dsp:txBody>
      <dsp:txXfrm>
        <a:off x="598044" y="770047"/>
        <a:ext cx="6704225" cy="620572"/>
      </dsp:txXfrm>
    </dsp:sp>
    <dsp:sp modelId="{53B784B2-6710-4631-A316-D6030F28F847}">
      <dsp:nvSpPr>
        <dsp:cNvPr id="0" name=""/>
        <dsp:cNvSpPr/>
      </dsp:nvSpPr>
      <dsp:spPr>
        <a:xfrm>
          <a:off x="1157474" y="1501480"/>
          <a:ext cx="7750048" cy="659186"/>
        </a:xfrm>
        <a:prstGeom prst="roundRect">
          <a:avLst>
            <a:gd name="adj" fmla="val 10000"/>
          </a:avLst>
        </a:prstGeom>
        <a:solidFill>
          <a:schemeClr val="accent2">
            <a:hueOff val="1515964"/>
            <a:satOff val="2790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Strategie di marketing e di vendita.</a:t>
          </a:r>
          <a:endParaRPr lang="en-US" sz="2000" kern="1200"/>
        </a:p>
      </dsp:txBody>
      <dsp:txXfrm>
        <a:off x="1176781" y="1520787"/>
        <a:ext cx="6704225" cy="620572"/>
      </dsp:txXfrm>
    </dsp:sp>
    <dsp:sp modelId="{983E51B3-756C-44C3-AC4F-61387812E58D}">
      <dsp:nvSpPr>
        <dsp:cNvPr id="0" name=""/>
        <dsp:cNvSpPr/>
      </dsp:nvSpPr>
      <dsp:spPr>
        <a:xfrm>
          <a:off x="1736212" y="2252220"/>
          <a:ext cx="7750048" cy="659186"/>
        </a:xfrm>
        <a:prstGeom prst="roundRect">
          <a:avLst>
            <a:gd name="adj" fmla="val 10000"/>
          </a:avLst>
        </a:prstGeom>
        <a:solidFill>
          <a:schemeClr val="accent2">
            <a:hueOff val="2273946"/>
            <a:satOff val="4186"/>
            <a:lumOff val="3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Punti di forza e debolezza.</a:t>
          </a:r>
          <a:endParaRPr lang="en-US" sz="2000" kern="1200"/>
        </a:p>
      </dsp:txBody>
      <dsp:txXfrm>
        <a:off x="1755519" y="2271527"/>
        <a:ext cx="6704225" cy="620572"/>
      </dsp:txXfrm>
    </dsp:sp>
    <dsp:sp modelId="{CFAE43CC-0022-4798-9ED0-57B84ECBB4FB}">
      <dsp:nvSpPr>
        <dsp:cNvPr id="0" name=""/>
        <dsp:cNvSpPr/>
      </dsp:nvSpPr>
      <dsp:spPr>
        <a:xfrm>
          <a:off x="2314949" y="3002960"/>
          <a:ext cx="7750048" cy="659186"/>
        </a:xfrm>
        <a:prstGeom prst="roundRect">
          <a:avLst>
            <a:gd name="adj" fmla="val 10000"/>
          </a:avLst>
        </a:prstGeom>
        <a:solidFill>
          <a:schemeClr val="accent2">
            <a:hueOff val="3031928"/>
            <a:satOff val="5581"/>
            <a:lumOff val="43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Opportunità e minacce.</a:t>
          </a:r>
          <a:endParaRPr lang="en-US" sz="2000" kern="1200"/>
        </a:p>
      </dsp:txBody>
      <dsp:txXfrm>
        <a:off x="2334256" y="3022267"/>
        <a:ext cx="6704225" cy="620572"/>
      </dsp:txXfrm>
    </dsp:sp>
    <dsp:sp modelId="{17B8A6E4-51E5-4AB4-A7F5-A7055333492E}">
      <dsp:nvSpPr>
        <dsp:cNvPr id="0" name=""/>
        <dsp:cNvSpPr/>
      </dsp:nvSpPr>
      <dsp:spPr>
        <a:xfrm>
          <a:off x="7321577" y="481572"/>
          <a:ext cx="428471" cy="4284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417983" y="481572"/>
        <a:ext cx="235659" cy="322424"/>
      </dsp:txXfrm>
    </dsp:sp>
    <dsp:sp modelId="{31AE0197-2C6F-49F0-94CF-3A68FCED37AB}">
      <dsp:nvSpPr>
        <dsp:cNvPr id="0" name=""/>
        <dsp:cNvSpPr/>
      </dsp:nvSpPr>
      <dsp:spPr>
        <a:xfrm>
          <a:off x="7900314" y="1232312"/>
          <a:ext cx="428471" cy="4284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217594"/>
            <a:satOff val="2602"/>
            <a:lumOff val="34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217594"/>
              <a:satOff val="2602"/>
              <a:lumOff val="3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996720" y="1232312"/>
        <a:ext cx="235659" cy="322424"/>
      </dsp:txXfrm>
    </dsp:sp>
    <dsp:sp modelId="{5C088003-EFB1-417B-AD33-8110193C7DF5}">
      <dsp:nvSpPr>
        <dsp:cNvPr id="0" name=""/>
        <dsp:cNvSpPr/>
      </dsp:nvSpPr>
      <dsp:spPr>
        <a:xfrm>
          <a:off x="8479052" y="1972066"/>
          <a:ext cx="428471" cy="4284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435187"/>
            <a:satOff val="5205"/>
            <a:lumOff val="69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435187"/>
              <a:satOff val="5205"/>
              <a:lumOff val="6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575458" y="1972066"/>
        <a:ext cx="235659" cy="322424"/>
      </dsp:txXfrm>
    </dsp:sp>
    <dsp:sp modelId="{9DF52F49-EC22-4E37-923E-9A0B8097CA83}">
      <dsp:nvSpPr>
        <dsp:cNvPr id="0" name=""/>
        <dsp:cNvSpPr/>
      </dsp:nvSpPr>
      <dsp:spPr>
        <a:xfrm>
          <a:off x="9057789" y="2730130"/>
          <a:ext cx="428471" cy="4284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652781"/>
            <a:satOff val="7807"/>
            <a:lumOff val="104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652781"/>
              <a:satOff val="7807"/>
              <a:lumOff val="10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154195" y="2730130"/>
        <a:ext cx="235659" cy="322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May 10,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5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May 10,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May 10,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1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May 10,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15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May 10,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246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May 10,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168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May 10,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4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May 10,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6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May 10,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5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May 10,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023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May 10,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4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May 10, 2024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‹N›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689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rte tridimensionale con onde">
            <a:extLst>
              <a:ext uri="{FF2B5EF4-FFF2-40B4-BE49-F238E27FC236}">
                <a16:creationId xmlns:a16="http://schemas.microsoft.com/office/drawing/2014/main" id="{3AF011A9-CE86-7D83-47E5-07F8849566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43" b="14777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792EE87-4150-454F-8312-283882EF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9932"/>
            <a:ext cx="12191999" cy="4934490"/>
          </a:xfrm>
          <a:prstGeom prst="rect">
            <a:avLst/>
          </a:prstGeom>
          <a:gradFill flip="none" rotWithShape="1">
            <a:gsLst>
              <a:gs pos="50000">
                <a:srgbClr val="000000">
                  <a:alpha val="40784"/>
                </a:srgbClr>
              </a:gs>
              <a:gs pos="80000">
                <a:srgbClr val="000000">
                  <a:alpha val="28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DE76C57-9A2A-8951-2CB1-DC7A6FBF0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040" y="1122362"/>
            <a:ext cx="8376514" cy="2494295"/>
          </a:xfrm>
        </p:spPr>
        <p:txBody>
          <a:bodyPr>
            <a:normAutofit/>
          </a:bodyPr>
          <a:lstStyle/>
          <a:p>
            <a:r>
              <a:rPr lang="it-IT" b="1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Analisi della ConcorrenzA</a:t>
            </a:r>
            <a:endParaRPr lang="it-IT">
              <a:solidFill>
                <a:srgbClr val="FFFFFF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EA21D066-7EC1-44B4-8CF9-85511FDFC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-1"/>
            <a:ext cx="7890120" cy="735601"/>
          </a:xfrm>
          <a:custGeom>
            <a:avLst/>
            <a:gdLst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37768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36582 w 10678681"/>
              <a:gd name="connsiteY105" fmla="*/ 1287687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87090 w 10678681"/>
              <a:gd name="connsiteY65" fmla="*/ 1063250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98314 w 10678681"/>
              <a:gd name="connsiteY44" fmla="*/ 989899 h 1357700"/>
              <a:gd name="connsiteX45" fmla="*/ 7277477 w 10678681"/>
              <a:gd name="connsiteY45" fmla="*/ 990571 h 1357700"/>
              <a:gd name="connsiteX46" fmla="*/ 7269396 w 10678681"/>
              <a:gd name="connsiteY46" fmla="*/ 989282 h 1357700"/>
              <a:gd name="connsiteX47" fmla="*/ 7258094 w 10678681"/>
              <a:gd name="connsiteY47" fmla="*/ 990679 h 1357700"/>
              <a:gd name="connsiteX48" fmla="*/ 7257893 w 10678681"/>
              <a:gd name="connsiteY48" fmla="*/ 991204 h 1357700"/>
              <a:gd name="connsiteX49" fmla="*/ 7247153 w 10678681"/>
              <a:gd name="connsiteY49" fmla="*/ 991550 h 1357700"/>
              <a:gd name="connsiteX50" fmla="*/ 7193612 w 10678681"/>
              <a:gd name="connsiteY50" fmla="*/ 987042 h 1357700"/>
              <a:gd name="connsiteX51" fmla="*/ 7132632 w 10678681"/>
              <a:gd name="connsiteY51" fmla="*/ 1042036 h 1357700"/>
              <a:gd name="connsiteX52" fmla="*/ 7105610 w 10678681"/>
              <a:gd name="connsiteY52" fmla="*/ 1053537 h 1357700"/>
              <a:gd name="connsiteX53" fmla="*/ 7091599 w 10678681"/>
              <a:gd name="connsiteY53" fmla="*/ 1062302 h 1357700"/>
              <a:gd name="connsiteX54" fmla="*/ 7090998 w 10678681"/>
              <a:gd name="connsiteY54" fmla="*/ 1064540 h 1357700"/>
              <a:gd name="connsiteX55" fmla="*/ 7039634 w 10678681"/>
              <a:gd name="connsiteY55" fmla="*/ 1059971 h 1357700"/>
              <a:gd name="connsiteX56" fmla="*/ 7033445 w 10678681"/>
              <a:gd name="connsiteY56" fmla="*/ 1063314 h 1357700"/>
              <a:gd name="connsiteX57" fmla="*/ 6999157 w 10678681"/>
              <a:gd name="connsiteY57" fmla="*/ 1055282 h 1357700"/>
              <a:gd name="connsiteX58" fmla="*/ 6981874 w 10678681"/>
              <a:gd name="connsiteY58" fmla="*/ 1053827 h 1357700"/>
              <a:gd name="connsiteX59" fmla="*/ 6976102 w 10678681"/>
              <a:gd name="connsiteY59" fmla="*/ 1047854 h 1357700"/>
              <a:gd name="connsiteX60" fmla="*/ 6951040 w 10678681"/>
              <a:gd name="connsiteY60" fmla="*/ 1048531 h 1357700"/>
              <a:gd name="connsiteX61" fmla="*/ 6948497 w 10678681"/>
              <a:gd name="connsiteY61" fmla="*/ 1050706 h 1357700"/>
              <a:gd name="connsiteX62" fmla="*/ 6926582 w 10678681"/>
              <a:gd name="connsiteY62" fmla="*/ 1043462 h 1357700"/>
              <a:gd name="connsiteX63" fmla="*/ 6833743 w 10678681"/>
              <a:gd name="connsiteY63" fmla="*/ 1027960 h 1357700"/>
              <a:gd name="connsiteX64" fmla="*/ 6687090 w 10678681"/>
              <a:gd name="connsiteY64" fmla="*/ 1063250 h 1357700"/>
              <a:gd name="connsiteX65" fmla="*/ 6437450 w 10678681"/>
              <a:gd name="connsiteY65" fmla="*/ 1101075 h 1357700"/>
              <a:gd name="connsiteX66" fmla="*/ 6327795 w 10678681"/>
              <a:gd name="connsiteY66" fmla="*/ 1088142 h 1357700"/>
              <a:gd name="connsiteX67" fmla="*/ 6136549 w 10678681"/>
              <a:gd name="connsiteY67" fmla="*/ 1100268 h 1357700"/>
              <a:gd name="connsiteX68" fmla="*/ 6004655 w 10678681"/>
              <a:gd name="connsiteY68" fmla="*/ 1114946 h 1357700"/>
              <a:gd name="connsiteX69" fmla="*/ 5936643 w 10678681"/>
              <a:gd name="connsiteY69" fmla="*/ 1095428 h 1357700"/>
              <a:gd name="connsiteX70" fmla="*/ 5912484 w 10678681"/>
              <a:gd name="connsiteY70" fmla="*/ 1112624 h 1357700"/>
              <a:gd name="connsiteX71" fmla="*/ 5908387 w 10678681"/>
              <a:gd name="connsiteY71" fmla="*/ 1116018 h 1357700"/>
              <a:gd name="connsiteX72" fmla="*/ 5890495 w 10678681"/>
              <a:gd name="connsiteY72" fmla="*/ 1120268 h 1357700"/>
              <a:gd name="connsiteX73" fmla="*/ 5887318 w 10678681"/>
              <a:gd name="connsiteY73" fmla="*/ 1133134 h 1357700"/>
              <a:gd name="connsiteX74" fmla="*/ 5861726 w 10678681"/>
              <a:gd name="connsiteY74" fmla="*/ 1147891 h 1357700"/>
              <a:gd name="connsiteX75" fmla="*/ 5805823 w 10678681"/>
              <a:gd name="connsiteY75" fmla="*/ 1152457 h 1357700"/>
              <a:gd name="connsiteX76" fmla="*/ 5689841 w 10678681"/>
              <a:gd name="connsiteY76" fmla="*/ 1176232 h 1357700"/>
              <a:gd name="connsiteX77" fmla="*/ 5605119 w 10678681"/>
              <a:gd name="connsiteY77" fmla="*/ 1190202 h 1357700"/>
              <a:gd name="connsiteX78" fmla="*/ 5488513 w 10678681"/>
              <a:gd name="connsiteY78" fmla="*/ 1205367 h 1357700"/>
              <a:gd name="connsiteX79" fmla="*/ 5402905 w 10678681"/>
              <a:gd name="connsiteY79" fmla="*/ 1241191 h 1357700"/>
              <a:gd name="connsiteX80" fmla="*/ 5285593 w 10678681"/>
              <a:gd name="connsiteY80" fmla="*/ 1273569 h 1357700"/>
              <a:gd name="connsiteX81" fmla="*/ 5192893 w 10678681"/>
              <a:gd name="connsiteY81" fmla="*/ 1247188 h 1357700"/>
              <a:gd name="connsiteX82" fmla="*/ 5186475 w 10678681"/>
              <a:gd name="connsiteY82" fmla="*/ 1257028 h 1357700"/>
              <a:gd name="connsiteX83" fmla="*/ 5126038 w 10678681"/>
              <a:gd name="connsiteY83" fmla="*/ 1263189 h 1357700"/>
              <a:gd name="connsiteX84" fmla="*/ 4894688 w 10678681"/>
              <a:gd name="connsiteY84" fmla="*/ 1247184 h 1357700"/>
              <a:gd name="connsiteX85" fmla="*/ 4788036 w 10678681"/>
              <a:gd name="connsiteY85" fmla="*/ 1238182 h 1357700"/>
              <a:gd name="connsiteX86" fmla="*/ 4747555 w 10678681"/>
              <a:gd name="connsiteY86" fmla="*/ 1252768 h 1357700"/>
              <a:gd name="connsiteX87" fmla="*/ 4679644 w 10678681"/>
              <a:gd name="connsiteY87" fmla="*/ 1276603 h 1357700"/>
              <a:gd name="connsiteX88" fmla="*/ 4632222 w 10678681"/>
              <a:gd name="connsiteY88" fmla="*/ 1318360 h 1357700"/>
              <a:gd name="connsiteX89" fmla="*/ 4617358 w 10678681"/>
              <a:gd name="connsiteY89" fmla="*/ 1327690 h 1357700"/>
              <a:gd name="connsiteX90" fmla="*/ 4589102 w 10678681"/>
              <a:gd name="connsiteY90" fmla="*/ 1321223 h 1357700"/>
              <a:gd name="connsiteX91" fmla="*/ 4578184 w 10678681"/>
              <a:gd name="connsiteY91" fmla="*/ 1326745 h 1357700"/>
              <a:gd name="connsiteX92" fmla="*/ 4574270 w 10678681"/>
              <a:gd name="connsiteY92" fmla="*/ 1325878 h 1357700"/>
              <a:gd name="connsiteX93" fmla="*/ 4564919 w 10678681"/>
              <a:gd name="connsiteY93" fmla="*/ 1325507 h 1357700"/>
              <a:gd name="connsiteX94" fmla="*/ 4566586 w 10678681"/>
              <a:gd name="connsiteY94" fmla="*/ 1316963 h 1357700"/>
              <a:gd name="connsiteX95" fmla="*/ 4556303 w 10678681"/>
              <a:gd name="connsiteY95" fmla="*/ 1300262 h 1357700"/>
              <a:gd name="connsiteX96" fmla="*/ 4502358 w 10678681"/>
              <a:gd name="connsiteY96" fmla="*/ 1302558 h 1357700"/>
              <a:gd name="connsiteX97" fmla="*/ 4498919 w 10678681"/>
              <a:gd name="connsiteY97" fmla="*/ 1312115 h 1357700"/>
              <a:gd name="connsiteX98" fmla="*/ 4492075 w 10678681"/>
              <a:gd name="connsiteY98" fmla="*/ 1313357 h 1357700"/>
              <a:gd name="connsiteX99" fmla="*/ 4487466 w 10678681"/>
              <a:gd name="connsiteY99" fmla="*/ 1304102 h 1357700"/>
              <a:gd name="connsiteX100" fmla="*/ 4398292 w 10678681"/>
              <a:gd name="connsiteY100" fmla="*/ 1278410 h 1357700"/>
              <a:gd name="connsiteX101" fmla="*/ 4306088 w 10678681"/>
              <a:gd name="connsiteY101" fmla="*/ 1282512 h 1357700"/>
              <a:gd name="connsiteX102" fmla="*/ 4188995 w 10678681"/>
              <a:gd name="connsiteY102" fmla="*/ 1296718 h 1357700"/>
              <a:gd name="connsiteX103" fmla="*/ 4136582 w 10678681"/>
              <a:gd name="connsiteY103" fmla="*/ 1287687 h 1357700"/>
              <a:gd name="connsiteX104" fmla="*/ 4064614 w 10678681"/>
              <a:gd name="connsiteY104" fmla="*/ 1296118 h 1357700"/>
              <a:gd name="connsiteX105" fmla="*/ 3906561 w 10678681"/>
              <a:gd name="connsiteY105" fmla="*/ 1352435 h 1357700"/>
              <a:gd name="connsiteX106" fmla="*/ 3787890 w 10678681"/>
              <a:gd name="connsiteY106" fmla="*/ 1352442 h 1357700"/>
              <a:gd name="connsiteX107" fmla="*/ 3745993 w 10678681"/>
              <a:gd name="connsiteY107" fmla="*/ 1342630 h 1357700"/>
              <a:gd name="connsiteX108" fmla="*/ 3675785 w 10678681"/>
              <a:gd name="connsiteY108" fmla="*/ 1326802 h 1357700"/>
              <a:gd name="connsiteX109" fmla="*/ 3623856 w 10678681"/>
              <a:gd name="connsiteY109" fmla="*/ 1290804 h 1357700"/>
              <a:gd name="connsiteX110" fmla="*/ 3564933 w 10678681"/>
              <a:gd name="connsiteY110" fmla="*/ 1287147 h 1357700"/>
              <a:gd name="connsiteX111" fmla="*/ 3550537 w 10678681"/>
              <a:gd name="connsiteY111" fmla="*/ 1317552 h 1357700"/>
              <a:gd name="connsiteX112" fmla="*/ 3487736 w 10678681"/>
              <a:gd name="connsiteY112" fmla="*/ 1303493 h 1357700"/>
              <a:gd name="connsiteX113" fmla="*/ 3392548 w 10678681"/>
              <a:gd name="connsiteY113" fmla="*/ 1278741 h 1357700"/>
              <a:gd name="connsiteX114" fmla="*/ 3337466 w 10678681"/>
              <a:gd name="connsiteY114" fmla="*/ 1272537 h 1357700"/>
              <a:gd name="connsiteX115" fmla="*/ 3187206 w 10678681"/>
              <a:gd name="connsiteY115" fmla="*/ 1246821 h 1357700"/>
              <a:gd name="connsiteX116" fmla="*/ 3036856 w 10678681"/>
              <a:gd name="connsiteY116" fmla="*/ 1214383 h 1357700"/>
              <a:gd name="connsiteX117" fmla="*/ 2948654 w 10678681"/>
              <a:gd name="connsiteY117" fmla="*/ 1157455 h 1357700"/>
              <a:gd name="connsiteX118" fmla="*/ 2824973 w 10678681"/>
              <a:gd name="connsiteY118" fmla="*/ 1134864 h 1357700"/>
              <a:gd name="connsiteX119" fmla="*/ 2804398 w 10678681"/>
              <a:gd name="connsiteY119" fmla="*/ 1125556 h 1357700"/>
              <a:gd name="connsiteX120" fmla="*/ 2775396 w 10678681"/>
              <a:gd name="connsiteY120" fmla="*/ 1130148 h 1357700"/>
              <a:gd name="connsiteX121" fmla="*/ 2659096 w 10678681"/>
              <a:gd name="connsiteY121" fmla="*/ 1150294 h 1357700"/>
              <a:gd name="connsiteX122" fmla="*/ 2567088 w 10678681"/>
              <a:gd name="connsiteY122" fmla="*/ 1181781 h 1357700"/>
              <a:gd name="connsiteX123" fmla="*/ 2454501 w 10678681"/>
              <a:gd name="connsiteY123" fmla="*/ 1155455 h 1357700"/>
              <a:gd name="connsiteX124" fmla="*/ 2385161 w 10678681"/>
              <a:gd name="connsiteY124" fmla="*/ 1161312 h 1357700"/>
              <a:gd name="connsiteX125" fmla="*/ 2270528 w 10678681"/>
              <a:gd name="connsiteY125" fmla="*/ 1204338 h 1357700"/>
              <a:gd name="connsiteX126" fmla="*/ 2121820 w 10678681"/>
              <a:gd name="connsiteY126" fmla="*/ 1187078 h 1357700"/>
              <a:gd name="connsiteX127" fmla="*/ 2092716 w 10678681"/>
              <a:gd name="connsiteY127" fmla="*/ 1139224 h 1357700"/>
              <a:gd name="connsiteX128" fmla="*/ 2052449 w 10678681"/>
              <a:gd name="connsiteY128" fmla="*/ 1109687 h 1357700"/>
              <a:gd name="connsiteX129" fmla="*/ 2032607 w 10678681"/>
              <a:gd name="connsiteY129" fmla="*/ 1175477 h 1357700"/>
              <a:gd name="connsiteX130" fmla="*/ 1901837 w 10678681"/>
              <a:gd name="connsiteY130" fmla="*/ 1221762 h 1357700"/>
              <a:gd name="connsiteX131" fmla="*/ 1836762 w 10678681"/>
              <a:gd name="connsiteY131" fmla="*/ 1237387 h 1357700"/>
              <a:gd name="connsiteX132" fmla="*/ 1735877 w 10678681"/>
              <a:gd name="connsiteY132" fmla="*/ 1246527 h 1357700"/>
              <a:gd name="connsiteX133" fmla="*/ 1705069 w 10678681"/>
              <a:gd name="connsiteY133" fmla="*/ 1251989 h 1357700"/>
              <a:gd name="connsiteX134" fmla="*/ 1397689 w 10678681"/>
              <a:gd name="connsiteY134" fmla="*/ 1336144 h 1357700"/>
              <a:gd name="connsiteX135" fmla="*/ 1220734 w 10678681"/>
              <a:gd name="connsiteY135" fmla="*/ 1257811 h 1357700"/>
              <a:gd name="connsiteX136" fmla="*/ 1021737 w 10678681"/>
              <a:gd name="connsiteY136" fmla="*/ 1238739 h 1357700"/>
              <a:gd name="connsiteX137" fmla="*/ 959820 w 10678681"/>
              <a:gd name="connsiteY137" fmla="*/ 1275863 h 1357700"/>
              <a:gd name="connsiteX138" fmla="*/ 929137 w 10678681"/>
              <a:gd name="connsiteY138" fmla="*/ 1273957 h 1357700"/>
              <a:gd name="connsiteX139" fmla="*/ 878849 w 10678681"/>
              <a:gd name="connsiteY139" fmla="*/ 1266740 h 1357700"/>
              <a:gd name="connsiteX140" fmla="*/ 800667 w 10678681"/>
              <a:gd name="connsiteY140" fmla="*/ 1282041 h 1357700"/>
              <a:gd name="connsiteX141" fmla="*/ 644906 w 10678681"/>
              <a:gd name="connsiteY141" fmla="*/ 1273685 h 1357700"/>
              <a:gd name="connsiteX142" fmla="*/ 379869 w 10678681"/>
              <a:gd name="connsiteY142" fmla="*/ 1339165 h 1357700"/>
              <a:gd name="connsiteX143" fmla="*/ 137696 w 10678681"/>
              <a:gd name="connsiteY143" fmla="*/ 1319217 h 1357700"/>
              <a:gd name="connsiteX144" fmla="*/ 54250 w 10678681"/>
              <a:gd name="connsiteY144" fmla="*/ 1315838 h 1357700"/>
              <a:gd name="connsiteX145" fmla="*/ 28042 w 10678681"/>
              <a:gd name="connsiteY145" fmla="*/ 1297822 h 1357700"/>
              <a:gd name="connsiteX146" fmla="*/ 0 w 10678681"/>
              <a:gd name="connsiteY146" fmla="*/ 1294612 h 1357700"/>
              <a:gd name="connsiteX147" fmla="*/ 0 w 10678681"/>
              <a:gd name="connsiteY147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90998 w 10678681"/>
              <a:gd name="connsiteY53" fmla="*/ 1064540 h 1357700"/>
              <a:gd name="connsiteX54" fmla="*/ 7039634 w 10678681"/>
              <a:gd name="connsiteY54" fmla="*/ 1059971 h 1357700"/>
              <a:gd name="connsiteX55" fmla="*/ 7033445 w 10678681"/>
              <a:gd name="connsiteY55" fmla="*/ 1063314 h 1357700"/>
              <a:gd name="connsiteX56" fmla="*/ 6999157 w 10678681"/>
              <a:gd name="connsiteY56" fmla="*/ 1055282 h 1357700"/>
              <a:gd name="connsiteX57" fmla="*/ 6981874 w 10678681"/>
              <a:gd name="connsiteY57" fmla="*/ 1053827 h 1357700"/>
              <a:gd name="connsiteX58" fmla="*/ 6976102 w 10678681"/>
              <a:gd name="connsiteY58" fmla="*/ 1047854 h 1357700"/>
              <a:gd name="connsiteX59" fmla="*/ 6951040 w 10678681"/>
              <a:gd name="connsiteY59" fmla="*/ 1048531 h 1357700"/>
              <a:gd name="connsiteX60" fmla="*/ 6948497 w 10678681"/>
              <a:gd name="connsiteY60" fmla="*/ 1050706 h 1357700"/>
              <a:gd name="connsiteX61" fmla="*/ 6926582 w 10678681"/>
              <a:gd name="connsiteY61" fmla="*/ 1043462 h 1357700"/>
              <a:gd name="connsiteX62" fmla="*/ 6833743 w 10678681"/>
              <a:gd name="connsiteY62" fmla="*/ 1027960 h 1357700"/>
              <a:gd name="connsiteX63" fmla="*/ 6687090 w 10678681"/>
              <a:gd name="connsiteY63" fmla="*/ 1063250 h 1357700"/>
              <a:gd name="connsiteX64" fmla="*/ 6437450 w 10678681"/>
              <a:gd name="connsiteY64" fmla="*/ 1101075 h 1357700"/>
              <a:gd name="connsiteX65" fmla="*/ 6327795 w 10678681"/>
              <a:gd name="connsiteY65" fmla="*/ 1088142 h 1357700"/>
              <a:gd name="connsiteX66" fmla="*/ 6136549 w 10678681"/>
              <a:gd name="connsiteY66" fmla="*/ 1100268 h 1357700"/>
              <a:gd name="connsiteX67" fmla="*/ 6004655 w 10678681"/>
              <a:gd name="connsiteY67" fmla="*/ 1114946 h 1357700"/>
              <a:gd name="connsiteX68" fmla="*/ 5936643 w 10678681"/>
              <a:gd name="connsiteY68" fmla="*/ 1095428 h 1357700"/>
              <a:gd name="connsiteX69" fmla="*/ 5912484 w 10678681"/>
              <a:gd name="connsiteY69" fmla="*/ 1112624 h 1357700"/>
              <a:gd name="connsiteX70" fmla="*/ 5908387 w 10678681"/>
              <a:gd name="connsiteY70" fmla="*/ 1116018 h 1357700"/>
              <a:gd name="connsiteX71" fmla="*/ 5890495 w 10678681"/>
              <a:gd name="connsiteY71" fmla="*/ 1120268 h 1357700"/>
              <a:gd name="connsiteX72" fmla="*/ 5887318 w 10678681"/>
              <a:gd name="connsiteY72" fmla="*/ 1133134 h 1357700"/>
              <a:gd name="connsiteX73" fmla="*/ 5861726 w 10678681"/>
              <a:gd name="connsiteY73" fmla="*/ 1147891 h 1357700"/>
              <a:gd name="connsiteX74" fmla="*/ 5805823 w 10678681"/>
              <a:gd name="connsiteY74" fmla="*/ 1152457 h 1357700"/>
              <a:gd name="connsiteX75" fmla="*/ 5689841 w 10678681"/>
              <a:gd name="connsiteY75" fmla="*/ 1176232 h 1357700"/>
              <a:gd name="connsiteX76" fmla="*/ 5605119 w 10678681"/>
              <a:gd name="connsiteY76" fmla="*/ 1190202 h 1357700"/>
              <a:gd name="connsiteX77" fmla="*/ 5488513 w 10678681"/>
              <a:gd name="connsiteY77" fmla="*/ 1205367 h 1357700"/>
              <a:gd name="connsiteX78" fmla="*/ 5402905 w 10678681"/>
              <a:gd name="connsiteY78" fmla="*/ 1241191 h 1357700"/>
              <a:gd name="connsiteX79" fmla="*/ 5285593 w 10678681"/>
              <a:gd name="connsiteY79" fmla="*/ 1273569 h 1357700"/>
              <a:gd name="connsiteX80" fmla="*/ 5192893 w 10678681"/>
              <a:gd name="connsiteY80" fmla="*/ 1247188 h 1357700"/>
              <a:gd name="connsiteX81" fmla="*/ 5186475 w 10678681"/>
              <a:gd name="connsiteY81" fmla="*/ 1257028 h 1357700"/>
              <a:gd name="connsiteX82" fmla="*/ 5126038 w 10678681"/>
              <a:gd name="connsiteY82" fmla="*/ 1263189 h 1357700"/>
              <a:gd name="connsiteX83" fmla="*/ 4894688 w 10678681"/>
              <a:gd name="connsiteY83" fmla="*/ 1247184 h 1357700"/>
              <a:gd name="connsiteX84" fmla="*/ 4788036 w 10678681"/>
              <a:gd name="connsiteY84" fmla="*/ 1238182 h 1357700"/>
              <a:gd name="connsiteX85" fmla="*/ 4747555 w 10678681"/>
              <a:gd name="connsiteY85" fmla="*/ 1252768 h 1357700"/>
              <a:gd name="connsiteX86" fmla="*/ 4679644 w 10678681"/>
              <a:gd name="connsiteY86" fmla="*/ 1276603 h 1357700"/>
              <a:gd name="connsiteX87" fmla="*/ 4632222 w 10678681"/>
              <a:gd name="connsiteY87" fmla="*/ 1318360 h 1357700"/>
              <a:gd name="connsiteX88" fmla="*/ 4617358 w 10678681"/>
              <a:gd name="connsiteY88" fmla="*/ 1327690 h 1357700"/>
              <a:gd name="connsiteX89" fmla="*/ 4589102 w 10678681"/>
              <a:gd name="connsiteY89" fmla="*/ 1321223 h 1357700"/>
              <a:gd name="connsiteX90" fmla="*/ 4578184 w 10678681"/>
              <a:gd name="connsiteY90" fmla="*/ 1326745 h 1357700"/>
              <a:gd name="connsiteX91" fmla="*/ 4574270 w 10678681"/>
              <a:gd name="connsiteY91" fmla="*/ 1325878 h 1357700"/>
              <a:gd name="connsiteX92" fmla="*/ 4564919 w 10678681"/>
              <a:gd name="connsiteY92" fmla="*/ 1325507 h 1357700"/>
              <a:gd name="connsiteX93" fmla="*/ 4566586 w 10678681"/>
              <a:gd name="connsiteY93" fmla="*/ 1316963 h 1357700"/>
              <a:gd name="connsiteX94" fmla="*/ 4556303 w 10678681"/>
              <a:gd name="connsiteY94" fmla="*/ 1300262 h 1357700"/>
              <a:gd name="connsiteX95" fmla="*/ 4502358 w 10678681"/>
              <a:gd name="connsiteY95" fmla="*/ 1302558 h 1357700"/>
              <a:gd name="connsiteX96" fmla="*/ 4498919 w 10678681"/>
              <a:gd name="connsiteY96" fmla="*/ 1312115 h 1357700"/>
              <a:gd name="connsiteX97" fmla="*/ 4492075 w 10678681"/>
              <a:gd name="connsiteY97" fmla="*/ 1313357 h 1357700"/>
              <a:gd name="connsiteX98" fmla="*/ 4487466 w 10678681"/>
              <a:gd name="connsiteY98" fmla="*/ 1304102 h 1357700"/>
              <a:gd name="connsiteX99" fmla="*/ 4398292 w 10678681"/>
              <a:gd name="connsiteY99" fmla="*/ 1278410 h 1357700"/>
              <a:gd name="connsiteX100" fmla="*/ 4306088 w 10678681"/>
              <a:gd name="connsiteY100" fmla="*/ 1282512 h 1357700"/>
              <a:gd name="connsiteX101" fmla="*/ 4188995 w 10678681"/>
              <a:gd name="connsiteY101" fmla="*/ 1296718 h 1357700"/>
              <a:gd name="connsiteX102" fmla="*/ 4136582 w 10678681"/>
              <a:gd name="connsiteY102" fmla="*/ 1287687 h 1357700"/>
              <a:gd name="connsiteX103" fmla="*/ 4064614 w 10678681"/>
              <a:gd name="connsiteY103" fmla="*/ 1296118 h 1357700"/>
              <a:gd name="connsiteX104" fmla="*/ 3906561 w 10678681"/>
              <a:gd name="connsiteY104" fmla="*/ 1352435 h 1357700"/>
              <a:gd name="connsiteX105" fmla="*/ 3787890 w 10678681"/>
              <a:gd name="connsiteY105" fmla="*/ 1352442 h 1357700"/>
              <a:gd name="connsiteX106" fmla="*/ 3745993 w 10678681"/>
              <a:gd name="connsiteY106" fmla="*/ 1342630 h 1357700"/>
              <a:gd name="connsiteX107" fmla="*/ 3675785 w 10678681"/>
              <a:gd name="connsiteY107" fmla="*/ 1326802 h 1357700"/>
              <a:gd name="connsiteX108" fmla="*/ 3623856 w 10678681"/>
              <a:gd name="connsiteY108" fmla="*/ 1290804 h 1357700"/>
              <a:gd name="connsiteX109" fmla="*/ 3564933 w 10678681"/>
              <a:gd name="connsiteY109" fmla="*/ 1287147 h 1357700"/>
              <a:gd name="connsiteX110" fmla="*/ 3550537 w 10678681"/>
              <a:gd name="connsiteY110" fmla="*/ 1317552 h 1357700"/>
              <a:gd name="connsiteX111" fmla="*/ 3487736 w 10678681"/>
              <a:gd name="connsiteY111" fmla="*/ 1303493 h 1357700"/>
              <a:gd name="connsiteX112" fmla="*/ 3392548 w 10678681"/>
              <a:gd name="connsiteY112" fmla="*/ 1278741 h 1357700"/>
              <a:gd name="connsiteX113" fmla="*/ 3337466 w 10678681"/>
              <a:gd name="connsiteY113" fmla="*/ 1272537 h 1357700"/>
              <a:gd name="connsiteX114" fmla="*/ 3187206 w 10678681"/>
              <a:gd name="connsiteY114" fmla="*/ 1246821 h 1357700"/>
              <a:gd name="connsiteX115" fmla="*/ 3036856 w 10678681"/>
              <a:gd name="connsiteY115" fmla="*/ 1214383 h 1357700"/>
              <a:gd name="connsiteX116" fmla="*/ 2948654 w 10678681"/>
              <a:gd name="connsiteY116" fmla="*/ 1157455 h 1357700"/>
              <a:gd name="connsiteX117" fmla="*/ 2824973 w 10678681"/>
              <a:gd name="connsiteY117" fmla="*/ 1134864 h 1357700"/>
              <a:gd name="connsiteX118" fmla="*/ 2804398 w 10678681"/>
              <a:gd name="connsiteY118" fmla="*/ 1125556 h 1357700"/>
              <a:gd name="connsiteX119" fmla="*/ 2775396 w 10678681"/>
              <a:gd name="connsiteY119" fmla="*/ 1130148 h 1357700"/>
              <a:gd name="connsiteX120" fmla="*/ 2659096 w 10678681"/>
              <a:gd name="connsiteY120" fmla="*/ 1150294 h 1357700"/>
              <a:gd name="connsiteX121" fmla="*/ 2567088 w 10678681"/>
              <a:gd name="connsiteY121" fmla="*/ 1181781 h 1357700"/>
              <a:gd name="connsiteX122" fmla="*/ 2454501 w 10678681"/>
              <a:gd name="connsiteY122" fmla="*/ 1155455 h 1357700"/>
              <a:gd name="connsiteX123" fmla="*/ 2385161 w 10678681"/>
              <a:gd name="connsiteY123" fmla="*/ 1161312 h 1357700"/>
              <a:gd name="connsiteX124" fmla="*/ 2270528 w 10678681"/>
              <a:gd name="connsiteY124" fmla="*/ 1204338 h 1357700"/>
              <a:gd name="connsiteX125" fmla="*/ 2121820 w 10678681"/>
              <a:gd name="connsiteY125" fmla="*/ 1187078 h 1357700"/>
              <a:gd name="connsiteX126" fmla="*/ 2092716 w 10678681"/>
              <a:gd name="connsiteY126" fmla="*/ 1139224 h 1357700"/>
              <a:gd name="connsiteX127" fmla="*/ 2052449 w 10678681"/>
              <a:gd name="connsiteY127" fmla="*/ 1109687 h 1357700"/>
              <a:gd name="connsiteX128" fmla="*/ 2032607 w 10678681"/>
              <a:gd name="connsiteY128" fmla="*/ 1175477 h 1357700"/>
              <a:gd name="connsiteX129" fmla="*/ 1901837 w 10678681"/>
              <a:gd name="connsiteY129" fmla="*/ 1221762 h 1357700"/>
              <a:gd name="connsiteX130" fmla="*/ 1836762 w 10678681"/>
              <a:gd name="connsiteY130" fmla="*/ 1237387 h 1357700"/>
              <a:gd name="connsiteX131" fmla="*/ 1735877 w 10678681"/>
              <a:gd name="connsiteY131" fmla="*/ 1246527 h 1357700"/>
              <a:gd name="connsiteX132" fmla="*/ 1705069 w 10678681"/>
              <a:gd name="connsiteY132" fmla="*/ 1251989 h 1357700"/>
              <a:gd name="connsiteX133" fmla="*/ 1397689 w 10678681"/>
              <a:gd name="connsiteY133" fmla="*/ 1336144 h 1357700"/>
              <a:gd name="connsiteX134" fmla="*/ 1220734 w 10678681"/>
              <a:gd name="connsiteY134" fmla="*/ 1257811 h 1357700"/>
              <a:gd name="connsiteX135" fmla="*/ 1021737 w 10678681"/>
              <a:gd name="connsiteY135" fmla="*/ 1238739 h 1357700"/>
              <a:gd name="connsiteX136" fmla="*/ 959820 w 10678681"/>
              <a:gd name="connsiteY136" fmla="*/ 1275863 h 1357700"/>
              <a:gd name="connsiteX137" fmla="*/ 929137 w 10678681"/>
              <a:gd name="connsiteY137" fmla="*/ 1273957 h 1357700"/>
              <a:gd name="connsiteX138" fmla="*/ 878849 w 10678681"/>
              <a:gd name="connsiteY138" fmla="*/ 1266740 h 1357700"/>
              <a:gd name="connsiteX139" fmla="*/ 800667 w 10678681"/>
              <a:gd name="connsiteY139" fmla="*/ 1282041 h 1357700"/>
              <a:gd name="connsiteX140" fmla="*/ 644906 w 10678681"/>
              <a:gd name="connsiteY140" fmla="*/ 1273685 h 1357700"/>
              <a:gd name="connsiteX141" fmla="*/ 379869 w 10678681"/>
              <a:gd name="connsiteY141" fmla="*/ 1339165 h 1357700"/>
              <a:gd name="connsiteX142" fmla="*/ 137696 w 10678681"/>
              <a:gd name="connsiteY142" fmla="*/ 1319217 h 1357700"/>
              <a:gd name="connsiteX143" fmla="*/ 54250 w 10678681"/>
              <a:gd name="connsiteY143" fmla="*/ 1315838 h 1357700"/>
              <a:gd name="connsiteX144" fmla="*/ 28042 w 10678681"/>
              <a:gd name="connsiteY144" fmla="*/ 1297822 h 1357700"/>
              <a:gd name="connsiteX145" fmla="*/ 0 w 10678681"/>
              <a:gd name="connsiteY145" fmla="*/ 1294612 h 1357700"/>
              <a:gd name="connsiteX146" fmla="*/ 0 w 10678681"/>
              <a:gd name="connsiteY146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0528 w 10678681"/>
              <a:gd name="connsiteY122" fmla="*/ 1204338 h 1357700"/>
              <a:gd name="connsiteX123" fmla="*/ 2121820 w 10678681"/>
              <a:gd name="connsiteY123" fmla="*/ 1187078 h 1357700"/>
              <a:gd name="connsiteX124" fmla="*/ 2092716 w 10678681"/>
              <a:gd name="connsiteY124" fmla="*/ 1139224 h 1357700"/>
              <a:gd name="connsiteX125" fmla="*/ 2052449 w 10678681"/>
              <a:gd name="connsiteY125" fmla="*/ 1109687 h 1357700"/>
              <a:gd name="connsiteX126" fmla="*/ 2032607 w 10678681"/>
              <a:gd name="connsiteY126" fmla="*/ 1175477 h 1357700"/>
              <a:gd name="connsiteX127" fmla="*/ 1901837 w 10678681"/>
              <a:gd name="connsiteY127" fmla="*/ 1221762 h 1357700"/>
              <a:gd name="connsiteX128" fmla="*/ 1836762 w 10678681"/>
              <a:gd name="connsiteY128" fmla="*/ 1237387 h 1357700"/>
              <a:gd name="connsiteX129" fmla="*/ 1735877 w 10678681"/>
              <a:gd name="connsiteY129" fmla="*/ 1246527 h 1357700"/>
              <a:gd name="connsiteX130" fmla="*/ 1705069 w 10678681"/>
              <a:gd name="connsiteY130" fmla="*/ 1251989 h 1357700"/>
              <a:gd name="connsiteX131" fmla="*/ 1397689 w 10678681"/>
              <a:gd name="connsiteY131" fmla="*/ 1336144 h 1357700"/>
              <a:gd name="connsiteX132" fmla="*/ 1220734 w 10678681"/>
              <a:gd name="connsiteY132" fmla="*/ 1257811 h 1357700"/>
              <a:gd name="connsiteX133" fmla="*/ 1021737 w 10678681"/>
              <a:gd name="connsiteY133" fmla="*/ 1238739 h 1357700"/>
              <a:gd name="connsiteX134" fmla="*/ 959820 w 10678681"/>
              <a:gd name="connsiteY134" fmla="*/ 1275863 h 1357700"/>
              <a:gd name="connsiteX135" fmla="*/ 929137 w 10678681"/>
              <a:gd name="connsiteY135" fmla="*/ 1273957 h 1357700"/>
              <a:gd name="connsiteX136" fmla="*/ 878849 w 10678681"/>
              <a:gd name="connsiteY136" fmla="*/ 1266740 h 1357700"/>
              <a:gd name="connsiteX137" fmla="*/ 800667 w 10678681"/>
              <a:gd name="connsiteY137" fmla="*/ 1282041 h 1357700"/>
              <a:gd name="connsiteX138" fmla="*/ 644906 w 10678681"/>
              <a:gd name="connsiteY138" fmla="*/ 1273685 h 1357700"/>
              <a:gd name="connsiteX139" fmla="*/ 379869 w 10678681"/>
              <a:gd name="connsiteY139" fmla="*/ 1339165 h 1357700"/>
              <a:gd name="connsiteX140" fmla="*/ 137696 w 10678681"/>
              <a:gd name="connsiteY140" fmla="*/ 1319217 h 1357700"/>
              <a:gd name="connsiteX141" fmla="*/ 54250 w 10678681"/>
              <a:gd name="connsiteY141" fmla="*/ 1315838 h 1357700"/>
              <a:gd name="connsiteX142" fmla="*/ 28042 w 10678681"/>
              <a:gd name="connsiteY142" fmla="*/ 1297822 h 1357700"/>
              <a:gd name="connsiteX143" fmla="*/ 0 w 10678681"/>
              <a:gd name="connsiteY143" fmla="*/ 1294612 h 1357700"/>
              <a:gd name="connsiteX144" fmla="*/ 0 w 10678681"/>
              <a:gd name="connsiteY144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121820 w 10678681"/>
              <a:gd name="connsiteY122" fmla="*/ 1187078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10157 w 10678681"/>
              <a:gd name="connsiteY125" fmla="*/ 115276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36762 w 10678681"/>
              <a:gd name="connsiteY126" fmla="*/ 1237387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75981 w 10678681"/>
              <a:gd name="connsiteY113" fmla="*/ 1208973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2443"/>
              <a:gd name="connsiteX1" fmla="*/ 10678681 w 10678681"/>
              <a:gd name="connsiteY1" fmla="*/ 0 h 1352443"/>
              <a:gd name="connsiteX2" fmla="*/ 10666019 w 10678681"/>
              <a:gd name="connsiteY2" fmla="*/ 7876 h 1352443"/>
              <a:gd name="connsiteX3" fmla="*/ 10632825 w 10678681"/>
              <a:gd name="connsiteY3" fmla="*/ 32153 h 1352443"/>
              <a:gd name="connsiteX4" fmla="*/ 10510605 w 10678681"/>
              <a:gd name="connsiteY4" fmla="*/ 30449 h 1352443"/>
              <a:gd name="connsiteX5" fmla="*/ 10456989 w 10678681"/>
              <a:gd name="connsiteY5" fmla="*/ 979 h 1352443"/>
              <a:gd name="connsiteX6" fmla="*/ 10438642 w 10678681"/>
              <a:gd name="connsiteY6" fmla="*/ 1524 h 1352443"/>
              <a:gd name="connsiteX7" fmla="*/ 10407146 w 10678681"/>
              <a:gd name="connsiteY7" fmla="*/ 43659 h 1352443"/>
              <a:gd name="connsiteX8" fmla="*/ 10357996 w 10678681"/>
              <a:gd name="connsiteY8" fmla="*/ 50836 h 1352443"/>
              <a:gd name="connsiteX9" fmla="*/ 10306667 w 10678681"/>
              <a:gd name="connsiteY9" fmla="*/ 109739 h 1352443"/>
              <a:gd name="connsiteX10" fmla="*/ 10115334 w 10678681"/>
              <a:gd name="connsiteY10" fmla="*/ 155658 h 1352443"/>
              <a:gd name="connsiteX11" fmla="*/ 10068157 w 10678681"/>
              <a:gd name="connsiteY11" fmla="*/ 215673 h 1352443"/>
              <a:gd name="connsiteX12" fmla="*/ 10045431 w 10678681"/>
              <a:gd name="connsiteY12" fmla="*/ 229568 h 1352443"/>
              <a:gd name="connsiteX13" fmla="*/ 10013265 w 10678681"/>
              <a:gd name="connsiteY13" fmla="*/ 284757 h 1352443"/>
              <a:gd name="connsiteX14" fmla="*/ 9862496 w 10678681"/>
              <a:gd name="connsiteY14" fmla="*/ 223033 h 1352443"/>
              <a:gd name="connsiteX15" fmla="*/ 9679638 w 10678681"/>
              <a:gd name="connsiteY15" fmla="*/ 277462 h 1352443"/>
              <a:gd name="connsiteX16" fmla="*/ 9498347 w 10678681"/>
              <a:gd name="connsiteY16" fmla="*/ 244723 h 1352443"/>
              <a:gd name="connsiteX17" fmla="*/ 9399702 w 10678681"/>
              <a:gd name="connsiteY17" fmla="*/ 276316 h 1352443"/>
              <a:gd name="connsiteX18" fmla="*/ 9378439 w 10678681"/>
              <a:gd name="connsiteY18" fmla="*/ 326244 h 1352443"/>
              <a:gd name="connsiteX19" fmla="*/ 9121744 w 10678681"/>
              <a:gd name="connsiteY19" fmla="*/ 365177 h 1352443"/>
              <a:gd name="connsiteX20" fmla="*/ 9061654 w 10678681"/>
              <a:gd name="connsiteY20" fmla="*/ 393730 h 1352443"/>
              <a:gd name="connsiteX21" fmla="*/ 8997577 w 10678681"/>
              <a:gd name="connsiteY21" fmla="*/ 380865 h 1352443"/>
              <a:gd name="connsiteX22" fmla="*/ 8907968 w 10678681"/>
              <a:gd name="connsiteY22" fmla="*/ 447345 h 1352443"/>
              <a:gd name="connsiteX23" fmla="*/ 8764163 w 10678681"/>
              <a:gd name="connsiteY23" fmla="*/ 471000 h 1352443"/>
              <a:gd name="connsiteX24" fmla="*/ 8680155 w 10678681"/>
              <a:gd name="connsiteY24" fmla="*/ 492404 h 1352443"/>
              <a:gd name="connsiteX25" fmla="*/ 8651436 w 10678681"/>
              <a:gd name="connsiteY25" fmla="*/ 511923 h 1352443"/>
              <a:gd name="connsiteX26" fmla="*/ 8609185 w 10678681"/>
              <a:gd name="connsiteY26" fmla="*/ 531525 h 1352443"/>
              <a:gd name="connsiteX27" fmla="*/ 8537091 w 10678681"/>
              <a:gd name="connsiteY27" fmla="*/ 574933 h 1352443"/>
              <a:gd name="connsiteX28" fmla="*/ 8435931 w 10678681"/>
              <a:gd name="connsiteY28" fmla="*/ 617926 h 1352443"/>
              <a:gd name="connsiteX29" fmla="*/ 8348623 w 10678681"/>
              <a:gd name="connsiteY29" fmla="*/ 600607 h 1352443"/>
              <a:gd name="connsiteX30" fmla="*/ 8344233 w 10678681"/>
              <a:gd name="connsiteY30" fmla="*/ 610922 h 1352443"/>
              <a:gd name="connsiteX31" fmla="*/ 8290622 w 10678681"/>
              <a:gd name="connsiteY31" fmla="*/ 622687 h 1352443"/>
              <a:gd name="connsiteX32" fmla="*/ 8086698 w 10678681"/>
              <a:gd name="connsiteY32" fmla="*/ 605185 h 1352443"/>
              <a:gd name="connsiteX33" fmla="*/ 7982378 w 10678681"/>
              <a:gd name="connsiteY33" fmla="*/ 629799 h 1352443"/>
              <a:gd name="connsiteX34" fmla="*/ 7947952 w 10678681"/>
              <a:gd name="connsiteY34" fmla="*/ 648003 h 1352443"/>
              <a:gd name="connsiteX35" fmla="*/ 7890112 w 10678681"/>
              <a:gd name="connsiteY35" fmla="*/ 677915 h 1352443"/>
              <a:gd name="connsiteX36" fmla="*/ 7853284 w 10678681"/>
              <a:gd name="connsiteY36" fmla="*/ 723588 h 1352443"/>
              <a:gd name="connsiteX37" fmla="*/ 7802383 w 10678681"/>
              <a:gd name="connsiteY37" fmla="*/ 739359 h 1352443"/>
              <a:gd name="connsiteX38" fmla="*/ 7730518 w 10678681"/>
              <a:gd name="connsiteY38" fmla="*/ 739526 h 1352443"/>
              <a:gd name="connsiteX39" fmla="*/ 7652907 w 10678681"/>
              <a:gd name="connsiteY39" fmla="*/ 783273 h 1352443"/>
              <a:gd name="connsiteX40" fmla="*/ 7606008 w 10678681"/>
              <a:gd name="connsiteY40" fmla="*/ 800717 h 1352443"/>
              <a:gd name="connsiteX41" fmla="*/ 7480223 w 10678681"/>
              <a:gd name="connsiteY41" fmla="*/ 856821 h 1352443"/>
              <a:gd name="connsiteX42" fmla="*/ 7356005 w 10678681"/>
              <a:gd name="connsiteY42" fmla="*/ 919462 h 1352443"/>
              <a:gd name="connsiteX43" fmla="*/ 7305396 w 10678681"/>
              <a:gd name="connsiteY43" fmla="*/ 986228 h 1352443"/>
              <a:gd name="connsiteX44" fmla="*/ 7266251 w 10678681"/>
              <a:gd name="connsiteY44" fmla="*/ 967864 h 1352443"/>
              <a:gd name="connsiteX45" fmla="*/ 7269396 w 10678681"/>
              <a:gd name="connsiteY45" fmla="*/ 989282 h 1352443"/>
              <a:gd name="connsiteX46" fmla="*/ 7258094 w 10678681"/>
              <a:gd name="connsiteY46" fmla="*/ 990679 h 1352443"/>
              <a:gd name="connsiteX47" fmla="*/ 7257893 w 10678681"/>
              <a:gd name="connsiteY47" fmla="*/ 991204 h 1352443"/>
              <a:gd name="connsiteX48" fmla="*/ 7247153 w 10678681"/>
              <a:gd name="connsiteY48" fmla="*/ 991550 h 1352443"/>
              <a:gd name="connsiteX49" fmla="*/ 7193612 w 10678681"/>
              <a:gd name="connsiteY49" fmla="*/ 987042 h 1352443"/>
              <a:gd name="connsiteX50" fmla="*/ 7132632 w 10678681"/>
              <a:gd name="connsiteY50" fmla="*/ 1042036 h 1352443"/>
              <a:gd name="connsiteX51" fmla="*/ 7105610 w 10678681"/>
              <a:gd name="connsiteY51" fmla="*/ 1053537 h 1352443"/>
              <a:gd name="connsiteX52" fmla="*/ 7069148 w 10678681"/>
              <a:gd name="connsiteY52" fmla="*/ 1047163 h 1352443"/>
              <a:gd name="connsiteX53" fmla="*/ 7039634 w 10678681"/>
              <a:gd name="connsiteY53" fmla="*/ 1059971 h 1352443"/>
              <a:gd name="connsiteX54" fmla="*/ 7033445 w 10678681"/>
              <a:gd name="connsiteY54" fmla="*/ 1063314 h 1352443"/>
              <a:gd name="connsiteX55" fmla="*/ 6999157 w 10678681"/>
              <a:gd name="connsiteY55" fmla="*/ 1055282 h 1352443"/>
              <a:gd name="connsiteX56" fmla="*/ 6981874 w 10678681"/>
              <a:gd name="connsiteY56" fmla="*/ 1053827 h 1352443"/>
              <a:gd name="connsiteX57" fmla="*/ 6976102 w 10678681"/>
              <a:gd name="connsiteY57" fmla="*/ 1047854 h 1352443"/>
              <a:gd name="connsiteX58" fmla="*/ 6951040 w 10678681"/>
              <a:gd name="connsiteY58" fmla="*/ 1048531 h 1352443"/>
              <a:gd name="connsiteX59" fmla="*/ 6948497 w 10678681"/>
              <a:gd name="connsiteY59" fmla="*/ 1050706 h 1352443"/>
              <a:gd name="connsiteX60" fmla="*/ 6926582 w 10678681"/>
              <a:gd name="connsiteY60" fmla="*/ 1043462 h 1352443"/>
              <a:gd name="connsiteX61" fmla="*/ 6833743 w 10678681"/>
              <a:gd name="connsiteY61" fmla="*/ 1027960 h 1352443"/>
              <a:gd name="connsiteX62" fmla="*/ 6687090 w 10678681"/>
              <a:gd name="connsiteY62" fmla="*/ 1063250 h 1352443"/>
              <a:gd name="connsiteX63" fmla="*/ 6437450 w 10678681"/>
              <a:gd name="connsiteY63" fmla="*/ 1101075 h 1352443"/>
              <a:gd name="connsiteX64" fmla="*/ 6327795 w 10678681"/>
              <a:gd name="connsiteY64" fmla="*/ 1088142 h 1352443"/>
              <a:gd name="connsiteX65" fmla="*/ 6136549 w 10678681"/>
              <a:gd name="connsiteY65" fmla="*/ 1100268 h 1352443"/>
              <a:gd name="connsiteX66" fmla="*/ 6004655 w 10678681"/>
              <a:gd name="connsiteY66" fmla="*/ 1114946 h 1352443"/>
              <a:gd name="connsiteX67" fmla="*/ 5936643 w 10678681"/>
              <a:gd name="connsiteY67" fmla="*/ 1095428 h 1352443"/>
              <a:gd name="connsiteX68" fmla="*/ 5912484 w 10678681"/>
              <a:gd name="connsiteY68" fmla="*/ 1112624 h 1352443"/>
              <a:gd name="connsiteX69" fmla="*/ 5908387 w 10678681"/>
              <a:gd name="connsiteY69" fmla="*/ 1116018 h 1352443"/>
              <a:gd name="connsiteX70" fmla="*/ 5890495 w 10678681"/>
              <a:gd name="connsiteY70" fmla="*/ 1120268 h 1352443"/>
              <a:gd name="connsiteX71" fmla="*/ 5887318 w 10678681"/>
              <a:gd name="connsiteY71" fmla="*/ 1133134 h 1352443"/>
              <a:gd name="connsiteX72" fmla="*/ 5861726 w 10678681"/>
              <a:gd name="connsiteY72" fmla="*/ 1147891 h 1352443"/>
              <a:gd name="connsiteX73" fmla="*/ 5805823 w 10678681"/>
              <a:gd name="connsiteY73" fmla="*/ 1152457 h 1352443"/>
              <a:gd name="connsiteX74" fmla="*/ 5689841 w 10678681"/>
              <a:gd name="connsiteY74" fmla="*/ 1176232 h 1352443"/>
              <a:gd name="connsiteX75" fmla="*/ 5605119 w 10678681"/>
              <a:gd name="connsiteY75" fmla="*/ 1190202 h 1352443"/>
              <a:gd name="connsiteX76" fmla="*/ 5488513 w 10678681"/>
              <a:gd name="connsiteY76" fmla="*/ 1205367 h 1352443"/>
              <a:gd name="connsiteX77" fmla="*/ 5402905 w 10678681"/>
              <a:gd name="connsiteY77" fmla="*/ 1241191 h 1352443"/>
              <a:gd name="connsiteX78" fmla="*/ 5285593 w 10678681"/>
              <a:gd name="connsiteY78" fmla="*/ 1273569 h 1352443"/>
              <a:gd name="connsiteX79" fmla="*/ 5192893 w 10678681"/>
              <a:gd name="connsiteY79" fmla="*/ 1247188 h 1352443"/>
              <a:gd name="connsiteX80" fmla="*/ 5186475 w 10678681"/>
              <a:gd name="connsiteY80" fmla="*/ 1257028 h 1352443"/>
              <a:gd name="connsiteX81" fmla="*/ 5126038 w 10678681"/>
              <a:gd name="connsiteY81" fmla="*/ 1263189 h 1352443"/>
              <a:gd name="connsiteX82" fmla="*/ 4894688 w 10678681"/>
              <a:gd name="connsiteY82" fmla="*/ 1247184 h 1352443"/>
              <a:gd name="connsiteX83" fmla="*/ 4788036 w 10678681"/>
              <a:gd name="connsiteY83" fmla="*/ 1238182 h 1352443"/>
              <a:gd name="connsiteX84" fmla="*/ 4747555 w 10678681"/>
              <a:gd name="connsiteY84" fmla="*/ 1252768 h 1352443"/>
              <a:gd name="connsiteX85" fmla="*/ 4679644 w 10678681"/>
              <a:gd name="connsiteY85" fmla="*/ 1276603 h 1352443"/>
              <a:gd name="connsiteX86" fmla="*/ 4632222 w 10678681"/>
              <a:gd name="connsiteY86" fmla="*/ 1318360 h 1352443"/>
              <a:gd name="connsiteX87" fmla="*/ 4617358 w 10678681"/>
              <a:gd name="connsiteY87" fmla="*/ 1327690 h 1352443"/>
              <a:gd name="connsiteX88" fmla="*/ 4589102 w 10678681"/>
              <a:gd name="connsiteY88" fmla="*/ 1321223 h 1352443"/>
              <a:gd name="connsiteX89" fmla="*/ 4578184 w 10678681"/>
              <a:gd name="connsiteY89" fmla="*/ 1326745 h 1352443"/>
              <a:gd name="connsiteX90" fmla="*/ 4574270 w 10678681"/>
              <a:gd name="connsiteY90" fmla="*/ 1325878 h 1352443"/>
              <a:gd name="connsiteX91" fmla="*/ 4564919 w 10678681"/>
              <a:gd name="connsiteY91" fmla="*/ 1325507 h 1352443"/>
              <a:gd name="connsiteX92" fmla="*/ 4566586 w 10678681"/>
              <a:gd name="connsiteY92" fmla="*/ 1316963 h 1352443"/>
              <a:gd name="connsiteX93" fmla="*/ 4556303 w 10678681"/>
              <a:gd name="connsiteY93" fmla="*/ 1300262 h 1352443"/>
              <a:gd name="connsiteX94" fmla="*/ 4502358 w 10678681"/>
              <a:gd name="connsiteY94" fmla="*/ 1302558 h 1352443"/>
              <a:gd name="connsiteX95" fmla="*/ 4498919 w 10678681"/>
              <a:gd name="connsiteY95" fmla="*/ 1312115 h 1352443"/>
              <a:gd name="connsiteX96" fmla="*/ 4492075 w 10678681"/>
              <a:gd name="connsiteY96" fmla="*/ 1313357 h 1352443"/>
              <a:gd name="connsiteX97" fmla="*/ 4487466 w 10678681"/>
              <a:gd name="connsiteY97" fmla="*/ 1304102 h 1352443"/>
              <a:gd name="connsiteX98" fmla="*/ 4398292 w 10678681"/>
              <a:gd name="connsiteY98" fmla="*/ 1278410 h 1352443"/>
              <a:gd name="connsiteX99" fmla="*/ 4306088 w 10678681"/>
              <a:gd name="connsiteY99" fmla="*/ 1282512 h 1352443"/>
              <a:gd name="connsiteX100" fmla="*/ 4188995 w 10678681"/>
              <a:gd name="connsiteY100" fmla="*/ 1296718 h 1352443"/>
              <a:gd name="connsiteX101" fmla="*/ 4136582 w 10678681"/>
              <a:gd name="connsiteY101" fmla="*/ 1287687 h 1352443"/>
              <a:gd name="connsiteX102" fmla="*/ 4064614 w 10678681"/>
              <a:gd name="connsiteY102" fmla="*/ 1296118 h 1352443"/>
              <a:gd name="connsiteX103" fmla="*/ 3900948 w 10678681"/>
              <a:gd name="connsiteY103" fmla="*/ 1322156 h 1352443"/>
              <a:gd name="connsiteX104" fmla="*/ 3787890 w 10678681"/>
              <a:gd name="connsiteY104" fmla="*/ 1352442 h 1352443"/>
              <a:gd name="connsiteX105" fmla="*/ 3745993 w 10678681"/>
              <a:gd name="connsiteY105" fmla="*/ 1342630 h 1352443"/>
              <a:gd name="connsiteX106" fmla="*/ 3675785 w 10678681"/>
              <a:gd name="connsiteY106" fmla="*/ 1326802 h 1352443"/>
              <a:gd name="connsiteX107" fmla="*/ 3623856 w 10678681"/>
              <a:gd name="connsiteY107" fmla="*/ 1290804 h 1352443"/>
              <a:gd name="connsiteX108" fmla="*/ 3564933 w 10678681"/>
              <a:gd name="connsiteY108" fmla="*/ 1287147 h 1352443"/>
              <a:gd name="connsiteX109" fmla="*/ 3550537 w 10678681"/>
              <a:gd name="connsiteY109" fmla="*/ 1317552 h 1352443"/>
              <a:gd name="connsiteX110" fmla="*/ 3487736 w 10678681"/>
              <a:gd name="connsiteY110" fmla="*/ 1303493 h 1352443"/>
              <a:gd name="connsiteX111" fmla="*/ 3392548 w 10678681"/>
              <a:gd name="connsiteY111" fmla="*/ 1278741 h 1352443"/>
              <a:gd name="connsiteX112" fmla="*/ 3337466 w 10678681"/>
              <a:gd name="connsiteY112" fmla="*/ 1272537 h 1352443"/>
              <a:gd name="connsiteX113" fmla="*/ 3175981 w 10678681"/>
              <a:gd name="connsiteY113" fmla="*/ 1208973 h 1352443"/>
              <a:gd name="connsiteX114" fmla="*/ 3036856 w 10678681"/>
              <a:gd name="connsiteY114" fmla="*/ 1214383 h 1352443"/>
              <a:gd name="connsiteX115" fmla="*/ 2824973 w 10678681"/>
              <a:gd name="connsiteY115" fmla="*/ 1134864 h 1352443"/>
              <a:gd name="connsiteX116" fmla="*/ 2804398 w 10678681"/>
              <a:gd name="connsiteY116" fmla="*/ 1125556 h 1352443"/>
              <a:gd name="connsiteX117" fmla="*/ 2736109 w 10678681"/>
              <a:gd name="connsiteY117" fmla="*/ 1137717 h 1352443"/>
              <a:gd name="connsiteX118" fmla="*/ 2659096 w 10678681"/>
              <a:gd name="connsiteY118" fmla="*/ 1150294 h 1352443"/>
              <a:gd name="connsiteX119" fmla="*/ 2567088 w 10678681"/>
              <a:gd name="connsiteY119" fmla="*/ 1181781 h 1352443"/>
              <a:gd name="connsiteX120" fmla="*/ 2454501 w 10678681"/>
              <a:gd name="connsiteY120" fmla="*/ 1155455 h 1352443"/>
              <a:gd name="connsiteX121" fmla="*/ 2385161 w 10678681"/>
              <a:gd name="connsiteY121" fmla="*/ 1161312 h 1352443"/>
              <a:gd name="connsiteX122" fmla="*/ 2273361 w 10678681"/>
              <a:gd name="connsiteY122" fmla="*/ 1134090 h 1352443"/>
              <a:gd name="connsiteX123" fmla="*/ 2132003 w 10678681"/>
              <a:gd name="connsiteY123" fmla="*/ 1139225 h 1352443"/>
              <a:gd name="connsiteX124" fmla="*/ 2041224 w 10678681"/>
              <a:gd name="connsiteY124" fmla="*/ 1147536 h 1352443"/>
              <a:gd name="connsiteX125" fmla="*/ 2010157 w 10678681"/>
              <a:gd name="connsiteY125" fmla="*/ 1152767 h 1352443"/>
              <a:gd name="connsiteX126" fmla="*/ 1859213 w 10678681"/>
              <a:gd name="connsiteY126" fmla="*/ 1199540 h 1352443"/>
              <a:gd name="connsiteX127" fmla="*/ 1735877 w 10678681"/>
              <a:gd name="connsiteY127" fmla="*/ 1246527 h 1352443"/>
              <a:gd name="connsiteX128" fmla="*/ 1705069 w 10678681"/>
              <a:gd name="connsiteY128" fmla="*/ 1251989 h 1352443"/>
              <a:gd name="connsiteX129" fmla="*/ 1307888 w 10678681"/>
              <a:gd name="connsiteY129" fmla="*/ 1283156 h 1352443"/>
              <a:gd name="connsiteX130" fmla="*/ 1220734 w 10678681"/>
              <a:gd name="connsiteY130" fmla="*/ 1257811 h 1352443"/>
              <a:gd name="connsiteX131" fmla="*/ 1021737 w 10678681"/>
              <a:gd name="connsiteY131" fmla="*/ 1238739 h 1352443"/>
              <a:gd name="connsiteX132" fmla="*/ 959820 w 10678681"/>
              <a:gd name="connsiteY132" fmla="*/ 1275863 h 1352443"/>
              <a:gd name="connsiteX133" fmla="*/ 929137 w 10678681"/>
              <a:gd name="connsiteY133" fmla="*/ 1273957 h 1352443"/>
              <a:gd name="connsiteX134" fmla="*/ 878849 w 10678681"/>
              <a:gd name="connsiteY134" fmla="*/ 1266740 h 1352443"/>
              <a:gd name="connsiteX135" fmla="*/ 800667 w 10678681"/>
              <a:gd name="connsiteY135" fmla="*/ 1282041 h 1352443"/>
              <a:gd name="connsiteX136" fmla="*/ 644906 w 10678681"/>
              <a:gd name="connsiteY136" fmla="*/ 1273685 h 1352443"/>
              <a:gd name="connsiteX137" fmla="*/ 379869 w 10678681"/>
              <a:gd name="connsiteY137" fmla="*/ 1339165 h 1352443"/>
              <a:gd name="connsiteX138" fmla="*/ 137696 w 10678681"/>
              <a:gd name="connsiteY138" fmla="*/ 1319217 h 1352443"/>
              <a:gd name="connsiteX139" fmla="*/ 54250 w 10678681"/>
              <a:gd name="connsiteY139" fmla="*/ 1315838 h 1352443"/>
              <a:gd name="connsiteX140" fmla="*/ 28042 w 10678681"/>
              <a:gd name="connsiteY140" fmla="*/ 1297822 h 1352443"/>
              <a:gd name="connsiteX141" fmla="*/ 0 w 10678681"/>
              <a:gd name="connsiteY141" fmla="*/ 1294612 h 1352443"/>
              <a:gd name="connsiteX142" fmla="*/ 0 w 10678681"/>
              <a:gd name="connsiteY142" fmla="*/ 0 h 1352443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22314 w 10678681"/>
              <a:gd name="connsiteY18" fmla="*/ 33381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720084 w 10678681"/>
              <a:gd name="connsiteY39" fmla="*/ 760750 h 1342734"/>
              <a:gd name="connsiteX40" fmla="*/ 7652907 w 10678681"/>
              <a:gd name="connsiteY40" fmla="*/ 783273 h 1342734"/>
              <a:gd name="connsiteX41" fmla="*/ 7606008 w 10678681"/>
              <a:gd name="connsiteY41" fmla="*/ 800717 h 1342734"/>
              <a:gd name="connsiteX42" fmla="*/ 7480223 w 10678681"/>
              <a:gd name="connsiteY42" fmla="*/ 856821 h 1342734"/>
              <a:gd name="connsiteX43" fmla="*/ 7356005 w 10678681"/>
              <a:gd name="connsiteY43" fmla="*/ 919462 h 1342734"/>
              <a:gd name="connsiteX44" fmla="*/ 7305396 w 10678681"/>
              <a:gd name="connsiteY44" fmla="*/ 986228 h 1342734"/>
              <a:gd name="connsiteX45" fmla="*/ 7266251 w 10678681"/>
              <a:gd name="connsiteY45" fmla="*/ 967864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64919 w 10678681"/>
              <a:gd name="connsiteY89" fmla="*/ 1325507 h 1342734"/>
              <a:gd name="connsiteX90" fmla="*/ 4566586 w 10678681"/>
              <a:gd name="connsiteY90" fmla="*/ 1316963 h 1342734"/>
              <a:gd name="connsiteX91" fmla="*/ 4556303 w 10678681"/>
              <a:gd name="connsiteY91" fmla="*/ 1300262 h 1342734"/>
              <a:gd name="connsiteX92" fmla="*/ 4502358 w 10678681"/>
              <a:gd name="connsiteY92" fmla="*/ 1302558 h 1342734"/>
              <a:gd name="connsiteX93" fmla="*/ 4498919 w 10678681"/>
              <a:gd name="connsiteY93" fmla="*/ 1312115 h 1342734"/>
              <a:gd name="connsiteX94" fmla="*/ 4492075 w 10678681"/>
              <a:gd name="connsiteY94" fmla="*/ 1313357 h 1342734"/>
              <a:gd name="connsiteX95" fmla="*/ 4487466 w 10678681"/>
              <a:gd name="connsiteY95" fmla="*/ 1304102 h 1342734"/>
              <a:gd name="connsiteX96" fmla="*/ 4398292 w 10678681"/>
              <a:gd name="connsiteY96" fmla="*/ 1278410 h 1342734"/>
              <a:gd name="connsiteX97" fmla="*/ 4306088 w 10678681"/>
              <a:gd name="connsiteY97" fmla="*/ 1282512 h 1342734"/>
              <a:gd name="connsiteX98" fmla="*/ 4188995 w 10678681"/>
              <a:gd name="connsiteY98" fmla="*/ 1296718 h 1342734"/>
              <a:gd name="connsiteX99" fmla="*/ 4136582 w 10678681"/>
              <a:gd name="connsiteY99" fmla="*/ 1287687 h 1342734"/>
              <a:gd name="connsiteX100" fmla="*/ 4064614 w 10678681"/>
              <a:gd name="connsiteY100" fmla="*/ 1296118 h 1342734"/>
              <a:gd name="connsiteX101" fmla="*/ 3900948 w 10678681"/>
              <a:gd name="connsiteY101" fmla="*/ 1322156 h 1342734"/>
              <a:gd name="connsiteX102" fmla="*/ 3787890 w 10678681"/>
              <a:gd name="connsiteY102" fmla="*/ 1322164 h 1342734"/>
              <a:gd name="connsiteX103" fmla="*/ 3745993 w 10678681"/>
              <a:gd name="connsiteY103" fmla="*/ 1342630 h 1342734"/>
              <a:gd name="connsiteX104" fmla="*/ 3675785 w 10678681"/>
              <a:gd name="connsiteY104" fmla="*/ 1326802 h 1342734"/>
              <a:gd name="connsiteX105" fmla="*/ 3623856 w 10678681"/>
              <a:gd name="connsiteY105" fmla="*/ 1290804 h 1342734"/>
              <a:gd name="connsiteX106" fmla="*/ 3564933 w 10678681"/>
              <a:gd name="connsiteY106" fmla="*/ 1287147 h 1342734"/>
              <a:gd name="connsiteX107" fmla="*/ 3550537 w 10678681"/>
              <a:gd name="connsiteY107" fmla="*/ 1317552 h 1342734"/>
              <a:gd name="connsiteX108" fmla="*/ 3487736 w 10678681"/>
              <a:gd name="connsiteY108" fmla="*/ 1303493 h 1342734"/>
              <a:gd name="connsiteX109" fmla="*/ 3392548 w 10678681"/>
              <a:gd name="connsiteY109" fmla="*/ 1278741 h 1342734"/>
              <a:gd name="connsiteX110" fmla="*/ 3337466 w 10678681"/>
              <a:gd name="connsiteY110" fmla="*/ 1272537 h 1342734"/>
              <a:gd name="connsiteX111" fmla="*/ 3175981 w 10678681"/>
              <a:gd name="connsiteY111" fmla="*/ 1208973 h 1342734"/>
              <a:gd name="connsiteX112" fmla="*/ 3036856 w 10678681"/>
              <a:gd name="connsiteY112" fmla="*/ 1214383 h 1342734"/>
              <a:gd name="connsiteX113" fmla="*/ 2824973 w 10678681"/>
              <a:gd name="connsiteY113" fmla="*/ 1134864 h 1342734"/>
              <a:gd name="connsiteX114" fmla="*/ 2804398 w 10678681"/>
              <a:gd name="connsiteY114" fmla="*/ 1125556 h 1342734"/>
              <a:gd name="connsiteX115" fmla="*/ 2736109 w 10678681"/>
              <a:gd name="connsiteY115" fmla="*/ 1137717 h 1342734"/>
              <a:gd name="connsiteX116" fmla="*/ 2659096 w 10678681"/>
              <a:gd name="connsiteY116" fmla="*/ 1150294 h 1342734"/>
              <a:gd name="connsiteX117" fmla="*/ 2567088 w 10678681"/>
              <a:gd name="connsiteY117" fmla="*/ 1181781 h 1342734"/>
              <a:gd name="connsiteX118" fmla="*/ 2454501 w 10678681"/>
              <a:gd name="connsiteY118" fmla="*/ 1155455 h 1342734"/>
              <a:gd name="connsiteX119" fmla="*/ 2385161 w 10678681"/>
              <a:gd name="connsiteY119" fmla="*/ 1161312 h 1342734"/>
              <a:gd name="connsiteX120" fmla="*/ 2273361 w 10678681"/>
              <a:gd name="connsiteY120" fmla="*/ 1134090 h 1342734"/>
              <a:gd name="connsiteX121" fmla="*/ 2132003 w 10678681"/>
              <a:gd name="connsiteY121" fmla="*/ 1139225 h 1342734"/>
              <a:gd name="connsiteX122" fmla="*/ 2041224 w 10678681"/>
              <a:gd name="connsiteY122" fmla="*/ 1147536 h 1342734"/>
              <a:gd name="connsiteX123" fmla="*/ 2010157 w 10678681"/>
              <a:gd name="connsiteY123" fmla="*/ 1152767 h 1342734"/>
              <a:gd name="connsiteX124" fmla="*/ 1859213 w 10678681"/>
              <a:gd name="connsiteY124" fmla="*/ 1199540 h 1342734"/>
              <a:gd name="connsiteX125" fmla="*/ 1735877 w 10678681"/>
              <a:gd name="connsiteY125" fmla="*/ 1246527 h 1342734"/>
              <a:gd name="connsiteX126" fmla="*/ 1705069 w 10678681"/>
              <a:gd name="connsiteY126" fmla="*/ 1251989 h 1342734"/>
              <a:gd name="connsiteX127" fmla="*/ 1307888 w 10678681"/>
              <a:gd name="connsiteY127" fmla="*/ 1283156 h 1342734"/>
              <a:gd name="connsiteX128" fmla="*/ 1220734 w 10678681"/>
              <a:gd name="connsiteY128" fmla="*/ 1257811 h 1342734"/>
              <a:gd name="connsiteX129" fmla="*/ 1021737 w 10678681"/>
              <a:gd name="connsiteY129" fmla="*/ 1238739 h 1342734"/>
              <a:gd name="connsiteX130" fmla="*/ 959820 w 10678681"/>
              <a:gd name="connsiteY130" fmla="*/ 1275863 h 1342734"/>
              <a:gd name="connsiteX131" fmla="*/ 929137 w 10678681"/>
              <a:gd name="connsiteY131" fmla="*/ 1273957 h 1342734"/>
              <a:gd name="connsiteX132" fmla="*/ 878849 w 10678681"/>
              <a:gd name="connsiteY132" fmla="*/ 1266740 h 1342734"/>
              <a:gd name="connsiteX133" fmla="*/ 800667 w 10678681"/>
              <a:gd name="connsiteY133" fmla="*/ 1282041 h 1342734"/>
              <a:gd name="connsiteX134" fmla="*/ 644906 w 10678681"/>
              <a:gd name="connsiteY134" fmla="*/ 1273685 h 1342734"/>
              <a:gd name="connsiteX135" fmla="*/ 379869 w 10678681"/>
              <a:gd name="connsiteY135" fmla="*/ 1339165 h 1342734"/>
              <a:gd name="connsiteX136" fmla="*/ 137696 w 10678681"/>
              <a:gd name="connsiteY136" fmla="*/ 1319217 h 1342734"/>
              <a:gd name="connsiteX137" fmla="*/ 54250 w 10678681"/>
              <a:gd name="connsiteY137" fmla="*/ 1315838 h 1342734"/>
              <a:gd name="connsiteX138" fmla="*/ 28042 w 10678681"/>
              <a:gd name="connsiteY138" fmla="*/ 1297822 h 1342734"/>
              <a:gd name="connsiteX139" fmla="*/ 0 w 10678681"/>
              <a:gd name="connsiteY139" fmla="*/ 1294612 h 1342734"/>
              <a:gd name="connsiteX140" fmla="*/ 0 w 10678681"/>
              <a:gd name="connsiteY140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78184 w 10678681"/>
              <a:gd name="connsiteY87" fmla="*/ 1326745 h 1342734"/>
              <a:gd name="connsiteX88" fmla="*/ 4564919 w 10678681"/>
              <a:gd name="connsiteY88" fmla="*/ 1325507 h 1342734"/>
              <a:gd name="connsiteX89" fmla="*/ 4566586 w 10678681"/>
              <a:gd name="connsiteY89" fmla="*/ 1316963 h 1342734"/>
              <a:gd name="connsiteX90" fmla="*/ 4556303 w 10678681"/>
              <a:gd name="connsiteY90" fmla="*/ 1300262 h 1342734"/>
              <a:gd name="connsiteX91" fmla="*/ 4502358 w 10678681"/>
              <a:gd name="connsiteY91" fmla="*/ 1302558 h 1342734"/>
              <a:gd name="connsiteX92" fmla="*/ 4498919 w 10678681"/>
              <a:gd name="connsiteY92" fmla="*/ 1312115 h 1342734"/>
              <a:gd name="connsiteX93" fmla="*/ 4492075 w 10678681"/>
              <a:gd name="connsiteY93" fmla="*/ 1313357 h 1342734"/>
              <a:gd name="connsiteX94" fmla="*/ 4487466 w 10678681"/>
              <a:gd name="connsiteY94" fmla="*/ 1304102 h 1342734"/>
              <a:gd name="connsiteX95" fmla="*/ 4398292 w 10678681"/>
              <a:gd name="connsiteY95" fmla="*/ 1278410 h 1342734"/>
              <a:gd name="connsiteX96" fmla="*/ 4306088 w 10678681"/>
              <a:gd name="connsiteY96" fmla="*/ 1282512 h 1342734"/>
              <a:gd name="connsiteX97" fmla="*/ 4188995 w 10678681"/>
              <a:gd name="connsiteY97" fmla="*/ 1296718 h 1342734"/>
              <a:gd name="connsiteX98" fmla="*/ 4136582 w 10678681"/>
              <a:gd name="connsiteY98" fmla="*/ 1287687 h 1342734"/>
              <a:gd name="connsiteX99" fmla="*/ 4064614 w 10678681"/>
              <a:gd name="connsiteY99" fmla="*/ 1296118 h 1342734"/>
              <a:gd name="connsiteX100" fmla="*/ 3900948 w 10678681"/>
              <a:gd name="connsiteY100" fmla="*/ 1322156 h 1342734"/>
              <a:gd name="connsiteX101" fmla="*/ 3787890 w 10678681"/>
              <a:gd name="connsiteY101" fmla="*/ 1322164 h 1342734"/>
              <a:gd name="connsiteX102" fmla="*/ 3745993 w 10678681"/>
              <a:gd name="connsiteY102" fmla="*/ 1342630 h 1342734"/>
              <a:gd name="connsiteX103" fmla="*/ 3675785 w 10678681"/>
              <a:gd name="connsiteY103" fmla="*/ 1326802 h 1342734"/>
              <a:gd name="connsiteX104" fmla="*/ 3623856 w 10678681"/>
              <a:gd name="connsiteY104" fmla="*/ 1290804 h 1342734"/>
              <a:gd name="connsiteX105" fmla="*/ 3564933 w 10678681"/>
              <a:gd name="connsiteY105" fmla="*/ 1287147 h 1342734"/>
              <a:gd name="connsiteX106" fmla="*/ 3550537 w 10678681"/>
              <a:gd name="connsiteY106" fmla="*/ 1317552 h 1342734"/>
              <a:gd name="connsiteX107" fmla="*/ 3487736 w 10678681"/>
              <a:gd name="connsiteY107" fmla="*/ 1303493 h 1342734"/>
              <a:gd name="connsiteX108" fmla="*/ 3392548 w 10678681"/>
              <a:gd name="connsiteY108" fmla="*/ 1278741 h 1342734"/>
              <a:gd name="connsiteX109" fmla="*/ 3337466 w 10678681"/>
              <a:gd name="connsiteY109" fmla="*/ 1272537 h 1342734"/>
              <a:gd name="connsiteX110" fmla="*/ 3175981 w 10678681"/>
              <a:gd name="connsiteY110" fmla="*/ 1208973 h 1342734"/>
              <a:gd name="connsiteX111" fmla="*/ 3036856 w 10678681"/>
              <a:gd name="connsiteY111" fmla="*/ 1214383 h 1342734"/>
              <a:gd name="connsiteX112" fmla="*/ 2824973 w 10678681"/>
              <a:gd name="connsiteY112" fmla="*/ 1134864 h 1342734"/>
              <a:gd name="connsiteX113" fmla="*/ 2804398 w 10678681"/>
              <a:gd name="connsiteY113" fmla="*/ 1125556 h 1342734"/>
              <a:gd name="connsiteX114" fmla="*/ 2736109 w 10678681"/>
              <a:gd name="connsiteY114" fmla="*/ 1137717 h 1342734"/>
              <a:gd name="connsiteX115" fmla="*/ 2659096 w 10678681"/>
              <a:gd name="connsiteY115" fmla="*/ 1150294 h 1342734"/>
              <a:gd name="connsiteX116" fmla="*/ 2567088 w 10678681"/>
              <a:gd name="connsiteY116" fmla="*/ 1181781 h 1342734"/>
              <a:gd name="connsiteX117" fmla="*/ 2454501 w 10678681"/>
              <a:gd name="connsiteY117" fmla="*/ 1155455 h 1342734"/>
              <a:gd name="connsiteX118" fmla="*/ 2385161 w 10678681"/>
              <a:gd name="connsiteY118" fmla="*/ 1161312 h 1342734"/>
              <a:gd name="connsiteX119" fmla="*/ 2273361 w 10678681"/>
              <a:gd name="connsiteY119" fmla="*/ 1134090 h 1342734"/>
              <a:gd name="connsiteX120" fmla="*/ 2132003 w 10678681"/>
              <a:gd name="connsiteY120" fmla="*/ 1139225 h 1342734"/>
              <a:gd name="connsiteX121" fmla="*/ 2041224 w 10678681"/>
              <a:gd name="connsiteY121" fmla="*/ 1147536 h 1342734"/>
              <a:gd name="connsiteX122" fmla="*/ 2010157 w 10678681"/>
              <a:gd name="connsiteY122" fmla="*/ 1152767 h 1342734"/>
              <a:gd name="connsiteX123" fmla="*/ 1859213 w 10678681"/>
              <a:gd name="connsiteY123" fmla="*/ 1199540 h 1342734"/>
              <a:gd name="connsiteX124" fmla="*/ 1735877 w 10678681"/>
              <a:gd name="connsiteY124" fmla="*/ 1246527 h 1342734"/>
              <a:gd name="connsiteX125" fmla="*/ 1705069 w 10678681"/>
              <a:gd name="connsiteY125" fmla="*/ 1251989 h 1342734"/>
              <a:gd name="connsiteX126" fmla="*/ 1307888 w 10678681"/>
              <a:gd name="connsiteY126" fmla="*/ 1283156 h 1342734"/>
              <a:gd name="connsiteX127" fmla="*/ 1220734 w 10678681"/>
              <a:gd name="connsiteY127" fmla="*/ 1257811 h 1342734"/>
              <a:gd name="connsiteX128" fmla="*/ 1021737 w 10678681"/>
              <a:gd name="connsiteY128" fmla="*/ 1238739 h 1342734"/>
              <a:gd name="connsiteX129" fmla="*/ 959820 w 10678681"/>
              <a:gd name="connsiteY129" fmla="*/ 1275863 h 1342734"/>
              <a:gd name="connsiteX130" fmla="*/ 929137 w 10678681"/>
              <a:gd name="connsiteY130" fmla="*/ 1273957 h 1342734"/>
              <a:gd name="connsiteX131" fmla="*/ 878849 w 10678681"/>
              <a:gd name="connsiteY131" fmla="*/ 1266740 h 1342734"/>
              <a:gd name="connsiteX132" fmla="*/ 800667 w 10678681"/>
              <a:gd name="connsiteY132" fmla="*/ 1282041 h 1342734"/>
              <a:gd name="connsiteX133" fmla="*/ 644906 w 10678681"/>
              <a:gd name="connsiteY133" fmla="*/ 1273685 h 1342734"/>
              <a:gd name="connsiteX134" fmla="*/ 379869 w 10678681"/>
              <a:gd name="connsiteY134" fmla="*/ 1339165 h 1342734"/>
              <a:gd name="connsiteX135" fmla="*/ 137696 w 10678681"/>
              <a:gd name="connsiteY135" fmla="*/ 1319217 h 1342734"/>
              <a:gd name="connsiteX136" fmla="*/ 54250 w 10678681"/>
              <a:gd name="connsiteY136" fmla="*/ 1315838 h 1342734"/>
              <a:gd name="connsiteX137" fmla="*/ 28042 w 10678681"/>
              <a:gd name="connsiteY137" fmla="*/ 1297822 h 1342734"/>
              <a:gd name="connsiteX138" fmla="*/ 0 w 10678681"/>
              <a:gd name="connsiteY138" fmla="*/ 1294612 h 1342734"/>
              <a:gd name="connsiteX139" fmla="*/ 0 w 10678681"/>
              <a:gd name="connsiteY139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578184 w 10678681"/>
              <a:gd name="connsiteY86" fmla="*/ 1326745 h 1342734"/>
              <a:gd name="connsiteX87" fmla="*/ 4564919 w 10678681"/>
              <a:gd name="connsiteY87" fmla="*/ 1325507 h 1342734"/>
              <a:gd name="connsiteX88" fmla="*/ 4566586 w 10678681"/>
              <a:gd name="connsiteY88" fmla="*/ 1316963 h 1342734"/>
              <a:gd name="connsiteX89" fmla="*/ 4556303 w 10678681"/>
              <a:gd name="connsiteY89" fmla="*/ 1300262 h 1342734"/>
              <a:gd name="connsiteX90" fmla="*/ 4502358 w 10678681"/>
              <a:gd name="connsiteY90" fmla="*/ 1302558 h 1342734"/>
              <a:gd name="connsiteX91" fmla="*/ 4498919 w 10678681"/>
              <a:gd name="connsiteY91" fmla="*/ 1312115 h 1342734"/>
              <a:gd name="connsiteX92" fmla="*/ 4492075 w 10678681"/>
              <a:gd name="connsiteY92" fmla="*/ 1313357 h 1342734"/>
              <a:gd name="connsiteX93" fmla="*/ 4487466 w 10678681"/>
              <a:gd name="connsiteY93" fmla="*/ 1304102 h 1342734"/>
              <a:gd name="connsiteX94" fmla="*/ 4398292 w 10678681"/>
              <a:gd name="connsiteY94" fmla="*/ 1278410 h 1342734"/>
              <a:gd name="connsiteX95" fmla="*/ 4306088 w 10678681"/>
              <a:gd name="connsiteY95" fmla="*/ 1282512 h 1342734"/>
              <a:gd name="connsiteX96" fmla="*/ 4188995 w 10678681"/>
              <a:gd name="connsiteY96" fmla="*/ 1296718 h 1342734"/>
              <a:gd name="connsiteX97" fmla="*/ 4136582 w 10678681"/>
              <a:gd name="connsiteY97" fmla="*/ 1287687 h 1342734"/>
              <a:gd name="connsiteX98" fmla="*/ 4064614 w 10678681"/>
              <a:gd name="connsiteY98" fmla="*/ 1296118 h 1342734"/>
              <a:gd name="connsiteX99" fmla="*/ 3900948 w 10678681"/>
              <a:gd name="connsiteY99" fmla="*/ 1322156 h 1342734"/>
              <a:gd name="connsiteX100" fmla="*/ 3787890 w 10678681"/>
              <a:gd name="connsiteY100" fmla="*/ 1322164 h 1342734"/>
              <a:gd name="connsiteX101" fmla="*/ 3745993 w 10678681"/>
              <a:gd name="connsiteY101" fmla="*/ 1342630 h 1342734"/>
              <a:gd name="connsiteX102" fmla="*/ 3675785 w 10678681"/>
              <a:gd name="connsiteY102" fmla="*/ 1326802 h 1342734"/>
              <a:gd name="connsiteX103" fmla="*/ 3623856 w 10678681"/>
              <a:gd name="connsiteY103" fmla="*/ 1290804 h 1342734"/>
              <a:gd name="connsiteX104" fmla="*/ 3564933 w 10678681"/>
              <a:gd name="connsiteY104" fmla="*/ 1287147 h 1342734"/>
              <a:gd name="connsiteX105" fmla="*/ 3550537 w 10678681"/>
              <a:gd name="connsiteY105" fmla="*/ 1317552 h 1342734"/>
              <a:gd name="connsiteX106" fmla="*/ 3487736 w 10678681"/>
              <a:gd name="connsiteY106" fmla="*/ 1303493 h 1342734"/>
              <a:gd name="connsiteX107" fmla="*/ 3392548 w 10678681"/>
              <a:gd name="connsiteY107" fmla="*/ 1278741 h 1342734"/>
              <a:gd name="connsiteX108" fmla="*/ 3337466 w 10678681"/>
              <a:gd name="connsiteY108" fmla="*/ 1272537 h 1342734"/>
              <a:gd name="connsiteX109" fmla="*/ 3175981 w 10678681"/>
              <a:gd name="connsiteY109" fmla="*/ 1208973 h 1342734"/>
              <a:gd name="connsiteX110" fmla="*/ 3036856 w 10678681"/>
              <a:gd name="connsiteY110" fmla="*/ 1214383 h 1342734"/>
              <a:gd name="connsiteX111" fmla="*/ 2824973 w 10678681"/>
              <a:gd name="connsiteY111" fmla="*/ 1134864 h 1342734"/>
              <a:gd name="connsiteX112" fmla="*/ 2804398 w 10678681"/>
              <a:gd name="connsiteY112" fmla="*/ 1125556 h 1342734"/>
              <a:gd name="connsiteX113" fmla="*/ 2736109 w 10678681"/>
              <a:gd name="connsiteY113" fmla="*/ 1137717 h 1342734"/>
              <a:gd name="connsiteX114" fmla="*/ 2659096 w 10678681"/>
              <a:gd name="connsiteY114" fmla="*/ 1150294 h 1342734"/>
              <a:gd name="connsiteX115" fmla="*/ 2567088 w 10678681"/>
              <a:gd name="connsiteY115" fmla="*/ 1181781 h 1342734"/>
              <a:gd name="connsiteX116" fmla="*/ 2454501 w 10678681"/>
              <a:gd name="connsiteY116" fmla="*/ 1155455 h 1342734"/>
              <a:gd name="connsiteX117" fmla="*/ 2385161 w 10678681"/>
              <a:gd name="connsiteY117" fmla="*/ 1161312 h 1342734"/>
              <a:gd name="connsiteX118" fmla="*/ 2273361 w 10678681"/>
              <a:gd name="connsiteY118" fmla="*/ 1134090 h 1342734"/>
              <a:gd name="connsiteX119" fmla="*/ 2132003 w 10678681"/>
              <a:gd name="connsiteY119" fmla="*/ 1139225 h 1342734"/>
              <a:gd name="connsiteX120" fmla="*/ 2041224 w 10678681"/>
              <a:gd name="connsiteY120" fmla="*/ 1147536 h 1342734"/>
              <a:gd name="connsiteX121" fmla="*/ 2010157 w 10678681"/>
              <a:gd name="connsiteY121" fmla="*/ 1152767 h 1342734"/>
              <a:gd name="connsiteX122" fmla="*/ 1859213 w 10678681"/>
              <a:gd name="connsiteY122" fmla="*/ 1199540 h 1342734"/>
              <a:gd name="connsiteX123" fmla="*/ 1735877 w 10678681"/>
              <a:gd name="connsiteY123" fmla="*/ 1246527 h 1342734"/>
              <a:gd name="connsiteX124" fmla="*/ 1705069 w 10678681"/>
              <a:gd name="connsiteY124" fmla="*/ 1251989 h 1342734"/>
              <a:gd name="connsiteX125" fmla="*/ 1307888 w 10678681"/>
              <a:gd name="connsiteY125" fmla="*/ 1283156 h 1342734"/>
              <a:gd name="connsiteX126" fmla="*/ 1220734 w 10678681"/>
              <a:gd name="connsiteY126" fmla="*/ 1257811 h 1342734"/>
              <a:gd name="connsiteX127" fmla="*/ 1021737 w 10678681"/>
              <a:gd name="connsiteY127" fmla="*/ 1238739 h 1342734"/>
              <a:gd name="connsiteX128" fmla="*/ 959820 w 10678681"/>
              <a:gd name="connsiteY128" fmla="*/ 1275863 h 1342734"/>
              <a:gd name="connsiteX129" fmla="*/ 929137 w 10678681"/>
              <a:gd name="connsiteY129" fmla="*/ 1273957 h 1342734"/>
              <a:gd name="connsiteX130" fmla="*/ 878849 w 10678681"/>
              <a:gd name="connsiteY130" fmla="*/ 1266740 h 1342734"/>
              <a:gd name="connsiteX131" fmla="*/ 800667 w 10678681"/>
              <a:gd name="connsiteY131" fmla="*/ 1282041 h 1342734"/>
              <a:gd name="connsiteX132" fmla="*/ 644906 w 10678681"/>
              <a:gd name="connsiteY132" fmla="*/ 1273685 h 1342734"/>
              <a:gd name="connsiteX133" fmla="*/ 379869 w 10678681"/>
              <a:gd name="connsiteY133" fmla="*/ 1339165 h 1342734"/>
              <a:gd name="connsiteX134" fmla="*/ 137696 w 10678681"/>
              <a:gd name="connsiteY134" fmla="*/ 1319217 h 1342734"/>
              <a:gd name="connsiteX135" fmla="*/ 54250 w 10678681"/>
              <a:gd name="connsiteY135" fmla="*/ 1315838 h 1342734"/>
              <a:gd name="connsiteX136" fmla="*/ 28042 w 10678681"/>
              <a:gd name="connsiteY136" fmla="*/ 1297822 h 1342734"/>
              <a:gd name="connsiteX137" fmla="*/ 0 w 10678681"/>
              <a:gd name="connsiteY137" fmla="*/ 1294612 h 1342734"/>
              <a:gd name="connsiteX138" fmla="*/ 0 w 10678681"/>
              <a:gd name="connsiteY138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578184 w 10678681"/>
              <a:gd name="connsiteY85" fmla="*/ 1326745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17473 w 10678681"/>
              <a:gd name="connsiteY85" fmla="*/ 1296467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26038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660167 w 10678681"/>
              <a:gd name="connsiteY122" fmla="*/ 123684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10678681" h="1342734">
                <a:moveTo>
                  <a:pt x="0" y="0"/>
                </a:moveTo>
                <a:lnTo>
                  <a:pt x="10678681" y="0"/>
                </a:lnTo>
                <a:lnTo>
                  <a:pt x="10666019" y="7876"/>
                </a:lnTo>
                <a:cubicBezTo>
                  <a:pt x="10653407" y="16166"/>
                  <a:pt x="10642107" y="24244"/>
                  <a:pt x="10632825" y="32153"/>
                </a:cubicBezTo>
                <a:cubicBezTo>
                  <a:pt x="10592272" y="36323"/>
                  <a:pt x="10556884" y="50892"/>
                  <a:pt x="10516219" y="45588"/>
                </a:cubicBezTo>
                <a:cubicBezTo>
                  <a:pt x="10497465" y="38035"/>
                  <a:pt x="10481313" y="25649"/>
                  <a:pt x="10456989" y="979"/>
                </a:cubicBezTo>
                <a:cubicBezTo>
                  <a:pt x="10458435" y="21260"/>
                  <a:pt x="10448472" y="9612"/>
                  <a:pt x="10438642" y="1524"/>
                </a:cubicBezTo>
                <a:cubicBezTo>
                  <a:pt x="10430119" y="11702"/>
                  <a:pt x="10417632" y="41266"/>
                  <a:pt x="10407146" y="43659"/>
                </a:cubicBezTo>
                <a:cubicBezTo>
                  <a:pt x="10379701" y="2826"/>
                  <a:pt x="10370665" y="125005"/>
                  <a:pt x="10341159" y="103824"/>
                </a:cubicBezTo>
                <a:cubicBezTo>
                  <a:pt x="10332001" y="120367"/>
                  <a:pt x="10274736" y="115685"/>
                  <a:pt x="10244930" y="94599"/>
                </a:cubicBezTo>
                <a:cubicBezTo>
                  <a:pt x="10189350" y="132718"/>
                  <a:pt x="10178914" y="158571"/>
                  <a:pt x="10115334" y="155658"/>
                </a:cubicBezTo>
                <a:cubicBezTo>
                  <a:pt x="10110816" y="185325"/>
                  <a:pt x="10047419" y="166765"/>
                  <a:pt x="10068157" y="215673"/>
                </a:cubicBezTo>
                <a:cubicBezTo>
                  <a:pt x="10047157" y="216184"/>
                  <a:pt x="10029060" y="198149"/>
                  <a:pt x="10045431" y="229568"/>
                </a:cubicBezTo>
                <a:cubicBezTo>
                  <a:pt x="10018897" y="234017"/>
                  <a:pt x="9963426" y="205273"/>
                  <a:pt x="9929077" y="209062"/>
                </a:cubicBezTo>
                <a:cubicBezTo>
                  <a:pt x="9910475" y="224494"/>
                  <a:pt x="9890198" y="272419"/>
                  <a:pt x="9840045" y="223033"/>
                </a:cubicBezTo>
                <a:cubicBezTo>
                  <a:pt x="9789999" y="276055"/>
                  <a:pt x="9744257" y="186744"/>
                  <a:pt x="9679639" y="247182"/>
                </a:cubicBezTo>
                <a:cubicBezTo>
                  <a:pt x="9634736" y="215294"/>
                  <a:pt x="9537501" y="238016"/>
                  <a:pt x="9498347" y="244723"/>
                </a:cubicBezTo>
                <a:cubicBezTo>
                  <a:pt x="9450379" y="244255"/>
                  <a:pt x="9394227" y="293607"/>
                  <a:pt x="9366026" y="299024"/>
                </a:cubicBezTo>
                <a:cubicBezTo>
                  <a:pt x="9341424" y="298595"/>
                  <a:pt x="9297504" y="338146"/>
                  <a:pt x="9316702" y="356523"/>
                </a:cubicBezTo>
                <a:cubicBezTo>
                  <a:pt x="9228105" y="319675"/>
                  <a:pt x="9206375" y="367221"/>
                  <a:pt x="9121744" y="365177"/>
                </a:cubicBezTo>
                <a:cubicBezTo>
                  <a:pt x="9093808" y="425910"/>
                  <a:pt x="9103257" y="373647"/>
                  <a:pt x="9061654" y="393730"/>
                </a:cubicBezTo>
                <a:cubicBezTo>
                  <a:pt x="9060114" y="344357"/>
                  <a:pt x="9015442" y="432718"/>
                  <a:pt x="8997577" y="380865"/>
                </a:cubicBezTo>
                <a:cubicBezTo>
                  <a:pt x="8969550" y="402056"/>
                  <a:pt x="8954076" y="446763"/>
                  <a:pt x="8907968" y="447345"/>
                </a:cubicBezTo>
                <a:cubicBezTo>
                  <a:pt x="8864369" y="428134"/>
                  <a:pt x="8818646" y="497461"/>
                  <a:pt x="8764163" y="471000"/>
                </a:cubicBezTo>
                <a:cubicBezTo>
                  <a:pt x="8744747" y="465539"/>
                  <a:pt x="8688469" y="474754"/>
                  <a:pt x="8680155" y="492404"/>
                </a:cubicBezTo>
                <a:cubicBezTo>
                  <a:pt x="8668902" y="497604"/>
                  <a:pt x="8654338" y="493892"/>
                  <a:pt x="8651436" y="511923"/>
                </a:cubicBezTo>
                <a:cubicBezTo>
                  <a:pt x="8645505" y="533975"/>
                  <a:pt x="8599739" y="507897"/>
                  <a:pt x="8609185" y="531525"/>
                </a:cubicBezTo>
                <a:cubicBezTo>
                  <a:pt x="8576806" y="513805"/>
                  <a:pt x="8560019" y="560634"/>
                  <a:pt x="8537091" y="574933"/>
                </a:cubicBezTo>
                <a:cubicBezTo>
                  <a:pt x="8510928" y="556486"/>
                  <a:pt x="8488623" y="604682"/>
                  <a:pt x="8435931" y="617926"/>
                </a:cubicBezTo>
                <a:cubicBezTo>
                  <a:pt x="8406978" y="596402"/>
                  <a:pt x="8400500" y="627188"/>
                  <a:pt x="8348623" y="600607"/>
                </a:cubicBezTo>
                <a:cubicBezTo>
                  <a:pt x="8347650" y="604255"/>
                  <a:pt x="8320537" y="587451"/>
                  <a:pt x="8276883" y="588214"/>
                </a:cubicBezTo>
                <a:cubicBezTo>
                  <a:pt x="8233229" y="588977"/>
                  <a:pt x="8147007" y="602039"/>
                  <a:pt x="8086698" y="605185"/>
                </a:cubicBezTo>
                <a:cubicBezTo>
                  <a:pt x="8018754" y="612533"/>
                  <a:pt x="8076794" y="658105"/>
                  <a:pt x="7982378" y="629799"/>
                </a:cubicBezTo>
                <a:cubicBezTo>
                  <a:pt x="7978309" y="650417"/>
                  <a:pt x="7968020" y="653434"/>
                  <a:pt x="7947952" y="648003"/>
                </a:cubicBezTo>
                <a:cubicBezTo>
                  <a:pt x="7915301" y="652980"/>
                  <a:pt x="7930086" y="699793"/>
                  <a:pt x="7890112" y="677915"/>
                </a:cubicBezTo>
                <a:cubicBezTo>
                  <a:pt x="7902561" y="702153"/>
                  <a:pt x="7831508" y="700184"/>
                  <a:pt x="7853284" y="723588"/>
                </a:cubicBezTo>
                <a:cubicBezTo>
                  <a:pt x="7838304" y="751013"/>
                  <a:pt x="7817999" y="714992"/>
                  <a:pt x="7802383" y="739359"/>
                </a:cubicBezTo>
                <a:cubicBezTo>
                  <a:pt x="7781922" y="742015"/>
                  <a:pt x="7755431" y="732207"/>
                  <a:pt x="7730518" y="739526"/>
                </a:cubicBezTo>
                <a:cubicBezTo>
                  <a:pt x="7716802" y="743091"/>
                  <a:pt x="7733019" y="753459"/>
                  <a:pt x="7720084" y="760750"/>
                </a:cubicBezTo>
                <a:cubicBezTo>
                  <a:pt x="7707149" y="768041"/>
                  <a:pt x="7671920" y="776612"/>
                  <a:pt x="7652907" y="783273"/>
                </a:cubicBezTo>
                <a:cubicBezTo>
                  <a:pt x="7630163" y="772504"/>
                  <a:pt x="7616976" y="783101"/>
                  <a:pt x="7606008" y="800717"/>
                </a:cubicBezTo>
                <a:cubicBezTo>
                  <a:pt x="7561224" y="806541"/>
                  <a:pt x="7527083" y="837162"/>
                  <a:pt x="7480223" y="856821"/>
                </a:cubicBezTo>
                <a:cubicBezTo>
                  <a:pt x="7422566" y="851729"/>
                  <a:pt x="7406130" y="898621"/>
                  <a:pt x="7356005" y="919462"/>
                </a:cubicBezTo>
                <a:cubicBezTo>
                  <a:pt x="7301710" y="896412"/>
                  <a:pt x="7327853" y="963334"/>
                  <a:pt x="7305396" y="986228"/>
                </a:cubicBezTo>
                <a:lnTo>
                  <a:pt x="7266251" y="967864"/>
                </a:lnTo>
                <a:lnTo>
                  <a:pt x="7258094" y="990679"/>
                </a:lnTo>
                <a:lnTo>
                  <a:pt x="7257893" y="991204"/>
                </a:lnTo>
                <a:lnTo>
                  <a:pt x="7247153" y="991550"/>
                </a:lnTo>
                <a:cubicBezTo>
                  <a:pt x="7228850" y="991013"/>
                  <a:pt x="7210872" y="989423"/>
                  <a:pt x="7193612" y="987042"/>
                </a:cubicBezTo>
                <a:cubicBezTo>
                  <a:pt x="7184018" y="1016185"/>
                  <a:pt x="7117645" y="991054"/>
                  <a:pt x="7132632" y="1042036"/>
                </a:cubicBezTo>
                <a:cubicBezTo>
                  <a:pt x="7109597" y="1040358"/>
                  <a:pt x="7092653" y="1020472"/>
                  <a:pt x="7105610" y="1053537"/>
                </a:cubicBezTo>
                <a:cubicBezTo>
                  <a:pt x="7098186" y="1053959"/>
                  <a:pt x="7071669" y="1042250"/>
                  <a:pt x="7069148" y="1047163"/>
                </a:cubicBezTo>
                <a:lnTo>
                  <a:pt x="7039634" y="1059971"/>
                </a:lnTo>
                <a:lnTo>
                  <a:pt x="7033445" y="1063314"/>
                </a:lnTo>
                <a:lnTo>
                  <a:pt x="6999157" y="1055282"/>
                </a:lnTo>
                <a:lnTo>
                  <a:pt x="6981874" y="1053827"/>
                </a:lnTo>
                <a:lnTo>
                  <a:pt x="6976102" y="1047854"/>
                </a:lnTo>
                <a:cubicBezTo>
                  <a:pt x="6970359" y="1044495"/>
                  <a:pt x="6962768" y="1043656"/>
                  <a:pt x="6951040" y="1048531"/>
                </a:cubicBezTo>
                <a:lnTo>
                  <a:pt x="6948497" y="1050706"/>
                </a:lnTo>
                <a:lnTo>
                  <a:pt x="6926582" y="1043462"/>
                </a:lnTo>
                <a:cubicBezTo>
                  <a:pt x="6919310" y="1039773"/>
                  <a:pt x="6839625" y="1034777"/>
                  <a:pt x="6833743" y="1027960"/>
                </a:cubicBezTo>
                <a:cubicBezTo>
                  <a:pt x="6776335" y="1015119"/>
                  <a:pt x="6761260" y="1047430"/>
                  <a:pt x="6687090" y="1063250"/>
                </a:cubicBezTo>
                <a:cubicBezTo>
                  <a:pt x="6621041" y="1075436"/>
                  <a:pt x="6482366" y="1074217"/>
                  <a:pt x="6431838" y="1063226"/>
                </a:cubicBezTo>
                <a:cubicBezTo>
                  <a:pt x="6405016" y="1060235"/>
                  <a:pt x="6309698" y="1067799"/>
                  <a:pt x="6327795" y="1088142"/>
                </a:cubicBezTo>
                <a:cubicBezTo>
                  <a:pt x="6241699" y="1050273"/>
                  <a:pt x="6228725" y="1111123"/>
                  <a:pt x="6136549" y="1100268"/>
                </a:cubicBezTo>
                <a:cubicBezTo>
                  <a:pt x="6096483" y="1157984"/>
                  <a:pt x="6053277" y="1099229"/>
                  <a:pt x="6004655" y="1114946"/>
                </a:cubicBezTo>
                <a:cubicBezTo>
                  <a:pt x="6010724" y="1065500"/>
                  <a:pt x="5948029" y="1149051"/>
                  <a:pt x="5936643" y="1095428"/>
                </a:cubicBezTo>
                <a:cubicBezTo>
                  <a:pt x="5928154" y="1099986"/>
                  <a:pt x="5920290" y="1106094"/>
                  <a:pt x="5912484" y="1112624"/>
                </a:cubicBezTo>
                <a:lnTo>
                  <a:pt x="5908387" y="1116018"/>
                </a:lnTo>
                <a:lnTo>
                  <a:pt x="5890495" y="1120268"/>
                </a:lnTo>
                <a:lnTo>
                  <a:pt x="5887318" y="1133134"/>
                </a:lnTo>
                <a:lnTo>
                  <a:pt x="5861726" y="1147891"/>
                </a:lnTo>
                <a:cubicBezTo>
                  <a:pt x="5851855" y="1151615"/>
                  <a:pt x="5818443" y="1153513"/>
                  <a:pt x="5805823" y="1152457"/>
                </a:cubicBezTo>
                <a:cubicBezTo>
                  <a:pt x="5761190" y="1128740"/>
                  <a:pt x="5745234" y="1208320"/>
                  <a:pt x="5689841" y="1176232"/>
                </a:cubicBezTo>
                <a:cubicBezTo>
                  <a:pt x="5645165" y="1182523"/>
                  <a:pt x="5638674" y="1185346"/>
                  <a:pt x="5605119" y="1190202"/>
                </a:cubicBezTo>
                <a:cubicBezTo>
                  <a:pt x="5595173" y="1211597"/>
                  <a:pt x="5481899" y="1180798"/>
                  <a:pt x="5488513" y="1205367"/>
                </a:cubicBezTo>
                <a:cubicBezTo>
                  <a:pt x="5455905" y="1184307"/>
                  <a:pt x="5430208" y="1229302"/>
                  <a:pt x="5402905" y="1241191"/>
                </a:cubicBezTo>
                <a:cubicBezTo>
                  <a:pt x="5353635" y="1248161"/>
                  <a:pt x="5228965" y="1244549"/>
                  <a:pt x="5192893" y="1247188"/>
                </a:cubicBezTo>
                <a:cubicBezTo>
                  <a:pt x="5191257" y="1250727"/>
                  <a:pt x="5178909" y="1254361"/>
                  <a:pt x="5164025" y="1257028"/>
                </a:cubicBezTo>
                <a:cubicBezTo>
                  <a:pt x="5149141" y="1259695"/>
                  <a:pt x="5121746" y="1277136"/>
                  <a:pt x="5103589" y="1263189"/>
                </a:cubicBezTo>
                <a:cubicBezTo>
                  <a:pt x="5020856" y="1221392"/>
                  <a:pt x="4961920" y="1251721"/>
                  <a:pt x="4894688" y="1247184"/>
                </a:cubicBezTo>
                <a:cubicBezTo>
                  <a:pt x="4819279" y="1247443"/>
                  <a:pt x="4886780" y="1276272"/>
                  <a:pt x="4788036" y="1238182"/>
                </a:cubicBezTo>
                <a:cubicBezTo>
                  <a:pt x="4780353" y="1258340"/>
                  <a:pt x="4768632" y="1260281"/>
                  <a:pt x="4747555" y="1252768"/>
                </a:cubicBezTo>
                <a:cubicBezTo>
                  <a:pt x="4711089" y="1254336"/>
                  <a:pt x="4719897" y="1302605"/>
                  <a:pt x="4679644" y="1276603"/>
                </a:cubicBezTo>
                <a:cubicBezTo>
                  <a:pt x="4651415" y="1288933"/>
                  <a:pt x="4636594" y="1288316"/>
                  <a:pt x="4617473" y="1296467"/>
                </a:cubicBezTo>
                <a:lnTo>
                  <a:pt x="4564919" y="1325507"/>
                </a:lnTo>
                <a:lnTo>
                  <a:pt x="4566586" y="1316963"/>
                </a:lnTo>
                <a:cubicBezTo>
                  <a:pt x="4569057" y="1308855"/>
                  <a:pt x="4571069" y="1299935"/>
                  <a:pt x="4556303" y="1300262"/>
                </a:cubicBezTo>
                <a:cubicBezTo>
                  <a:pt x="4525488" y="1305073"/>
                  <a:pt x="4517133" y="1269079"/>
                  <a:pt x="4502358" y="1302558"/>
                </a:cubicBezTo>
                <a:lnTo>
                  <a:pt x="4498919" y="1312115"/>
                </a:lnTo>
                <a:lnTo>
                  <a:pt x="4492075" y="1313357"/>
                </a:lnTo>
                <a:cubicBezTo>
                  <a:pt x="4488463" y="1312870"/>
                  <a:pt x="4486534" y="1310394"/>
                  <a:pt x="4487466" y="1304102"/>
                </a:cubicBezTo>
                <a:cubicBezTo>
                  <a:pt x="4457512" y="1328789"/>
                  <a:pt x="4426787" y="1287064"/>
                  <a:pt x="4398292" y="1278410"/>
                </a:cubicBezTo>
                <a:cubicBezTo>
                  <a:pt x="4375210" y="1302378"/>
                  <a:pt x="4366248" y="1283298"/>
                  <a:pt x="4306088" y="1282512"/>
                </a:cubicBezTo>
                <a:cubicBezTo>
                  <a:pt x="4280844" y="1310113"/>
                  <a:pt x="4237476" y="1258925"/>
                  <a:pt x="4188995" y="1296718"/>
                </a:cubicBezTo>
                <a:cubicBezTo>
                  <a:pt x="4186961" y="1293392"/>
                  <a:pt x="4157312" y="1287787"/>
                  <a:pt x="4136582" y="1287687"/>
                </a:cubicBezTo>
                <a:cubicBezTo>
                  <a:pt x="4115852" y="1287587"/>
                  <a:pt x="4081037" y="1280166"/>
                  <a:pt x="4064614" y="1296118"/>
                </a:cubicBezTo>
                <a:cubicBezTo>
                  <a:pt x="3987264" y="1347194"/>
                  <a:pt x="3967205" y="1309881"/>
                  <a:pt x="3900948" y="1322156"/>
                </a:cubicBezTo>
                <a:cubicBezTo>
                  <a:pt x="3826014" y="1330612"/>
                  <a:pt x="3831060" y="1333478"/>
                  <a:pt x="3787890" y="1322164"/>
                </a:cubicBezTo>
                <a:cubicBezTo>
                  <a:pt x="3777929" y="1303028"/>
                  <a:pt x="3766063" y="1332733"/>
                  <a:pt x="3745993" y="1342630"/>
                </a:cubicBezTo>
                <a:cubicBezTo>
                  <a:pt x="3709591" y="1345286"/>
                  <a:pt x="3712765" y="1296323"/>
                  <a:pt x="3675785" y="1326802"/>
                </a:cubicBezTo>
                <a:cubicBezTo>
                  <a:pt x="3682573" y="1300349"/>
                  <a:pt x="3606829" y="1318588"/>
                  <a:pt x="3623856" y="1290804"/>
                </a:cubicBezTo>
                <a:cubicBezTo>
                  <a:pt x="3600335" y="1267550"/>
                  <a:pt x="3588308" y="1307279"/>
                  <a:pt x="3564933" y="1287147"/>
                </a:cubicBezTo>
                <a:cubicBezTo>
                  <a:pt x="3538420" y="1283043"/>
                  <a:pt x="3579946" y="1314789"/>
                  <a:pt x="3550537" y="1317552"/>
                </a:cubicBezTo>
                <a:cubicBezTo>
                  <a:pt x="3514920" y="1316159"/>
                  <a:pt x="3514600" y="1364317"/>
                  <a:pt x="3487736" y="1303493"/>
                </a:cubicBezTo>
                <a:cubicBezTo>
                  <a:pt x="3450312" y="1319195"/>
                  <a:pt x="3443340" y="1291726"/>
                  <a:pt x="3392548" y="1278741"/>
                </a:cubicBezTo>
                <a:cubicBezTo>
                  <a:pt x="3371053" y="1294449"/>
                  <a:pt x="3354022" y="1287164"/>
                  <a:pt x="3337466" y="1272537"/>
                </a:cubicBezTo>
                <a:cubicBezTo>
                  <a:pt x="3287808" y="1277154"/>
                  <a:pt x="3231625" y="1217343"/>
                  <a:pt x="3175981" y="1208973"/>
                </a:cubicBezTo>
                <a:cubicBezTo>
                  <a:pt x="3115467" y="1227175"/>
                  <a:pt x="3096324" y="1223154"/>
                  <a:pt x="3036856" y="1214383"/>
                </a:cubicBezTo>
                <a:cubicBezTo>
                  <a:pt x="2976484" y="1195723"/>
                  <a:pt x="2863716" y="1149668"/>
                  <a:pt x="2824973" y="1134864"/>
                </a:cubicBezTo>
                <a:cubicBezTo>
                  <a:pt x="2817752" y="1140972"/>
                  <a:pt x="2802616" y="1134132"/>
                  <a:pt x="2804398" y="1125556"/>
                </a:cubicBezTo>
                <a:cubicBezTo>
                  <a:pt x="2796364" y="1128008"/>
                  <a:pt x="2737660" y="1151579"/>
                  <a:pt x="2736109" y="1137717"/>
                </a:cubicBezTo>
                <a:cubicBezTo>
                  <a:pt x="2696082" y="1134954"/>
                  <a:pt x="2695314" y="1134322"/>
                  <a:pt x="2659096" y="1150294"/>
                </a:cubicBezTo>
                <a:cubicBezTo>
                  <a:pt x="2582535" y="1124403"/>
                  <a:pt x="2622743" y="1189988"/>
                  <a:pt x="2567088" y="1181781"/>
                </a:cubicBezTo>
                <a:cubicBezTo>
                  <a:pt x="2523074" y="1153322"/>
                  <a:pt x="2505741" y="1175022"/>
                  <a:pt x="2454501" y="1155455"/>
                </a:cubicBezTo>
                <a:cubicBezTo>
                  <a:pt x="2435184" y="1199648"/>
                  <a:pt x="2405890" y="1149324"/>
                  <a:pt x="2385161" y="1161312"/>
                </a:cubicBezTo>
                <a:cubicBezTo>
                  <a:pt x="2329714" y="1166582"/>
                  <a:pt x="2322102" y="1137771"/>
                  <a:pt x="2273361" y="1134090"/>
                </a:cubicBezTo>
                <a:cubicBezTo>
                  <a:pt x="2270204" y="1112590"/>
                  <a:pt x="2164540" y="1136821"/>
                  <a:pt x="2132003" y="1139225"/>
                </a:cubicBezTo>
                <a:cubicBezTo>
                  <a:pt x="2119616" y="1127805"/>
                  <a:pt x="2068429" y="1132839"/>
                  <a:pt x="2041224" y="1147536"/>
                </a:cubicBezTo>
                <a:cubicBezTo>
                  <a:pt x="2072319" y="1178143"/>
                  <a:pt x="2006941" y="1118646"/>
                  <a:pt x="2010157" y="1152767"/>
                </a:cubicBezTo>
                <a:cubicBezTo>
                  <a:pt x="1976080" y="1167742"/>
                  <a:pt x="1904926" y="1183913"/>
                  <a:pt x="1859213" y="1199540"/>
                </a:cubicBezTo>
                <a:cubicBezTo>
                  <a:pt x="1837985" y="1173314"/>
                  <a:pt x="1772946" y="1249813"/>
                  <a:pt x="1735877" y="1246527"/>
                </a:cubicBezTo>
                <a:cubicBezTo>
                  <a:pt x="1727774" y="1263559"/>
                  <a:pt x="1674382" y="1247072"/>
                  <a:pt x="1660167" y="1236849"/>
                </a:cubicBezTo>
                <a:cubicBezTo>
                  <a:pt x="1541640" y="1221134"/>
                  <a:pt x="1352140" y="1267338"/>
                  <a:pt x="1279827" y="1245307"/>
                </a:cubicBezTo>
                <a:lnTo>
                  <a:pt x="1021737" y="1238739"/>
                </a:lnTo>
                <a:cubicBezTo>
                  <a:pt x="1011829" y="1264670"/>
                  <a:pt x="960483" y="1235921"/>
                  <a:pt x="959820" y="1275863"/>
                </a:cubicBezTo>
                <a:cubicBezTo>
                  <a:pt x="950745" y="1291685"/>
                  <a:pt x="934594" y="1289700"/>
                  <a:pt x="929137" y="1273957"/>
                </a:cubicBezTo>
                <a:cubicBezTo>
                  <a:pt x="909281" y="1275184"/>
                  <a:pt x="894620" y="1293444"/>
                  <a:pt x="878849" y="1266740"/>
                </a:cubicBezTo>
                <a:cubicBezTo>
                  <a:pt x="851668" y="1267510"/>
                  <a:pt x="816599" y="1322523"/>
                  <a:pt x="800667" y="1282041"/>
                </a:cubicBezTo>
                <a:cubicBezTo>
                  <a:pt x="741645" y="1285469"/>
                  <a:pt x="699773" y="1269716"/>
                  <a:pt x="644906" y="1273685"/>
                </a:cubicBezTo>
                <a:cubicBezTo>
                  <a:pt x="541527" y="1321342"/>
                  <a:pt x="446058" y="1236106"/>
                  <a:pt x="379869" y="1339165"/>
                </a:cubicBezTo>
                <a:cubicBezTo>
                  <a:pt x="292000" y="1296022"/>
                  <a:pt x="211611" y="1323804"/>
                  <a:pt x="137696" y="1319217"/>
                </a:cubicBezTo>
                <a:cubicBezTo>
                  <a:pt x="102121" y="1327987"/>
                  <a:pt x="88791" y="1285209"/>
                  <a:pt x="54250" y="1315838"/>
                </a:cubicBezTo>
                <a:cubicBezTo>
                  <a:pt x="49461" y="1305340"/>
                  <a:pt x="39595" y="1300426"/>
                  <a:pt x="28042" y="1297822"/>
                </a:cubicBezTo>
                <a:lnTo>
                  <a:pt x="0" y="1294612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6C2F2D6-F636-46AD-BCD9-994702A00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890120" cy="735601"/>
          </a:xfrm>
          <a:custGeom>
            <a:avLst/>
            <a:gdLst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37768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36582 w 10678681"/>
              <a:gd name="connsiteY105" fmla="*/ 1287687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87090 w 10678681"/>
              <a:gd name="connsiteY65" fmla="*/ 1063250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98314 w 10678681"/>
              <a:gd name="connsiteY44" fmla="*/ 989899 h 1357700"/>
              <a:gd name="connsiteX45" fmla="*/ 7277477 w 10678681"/>
              <a:gd name="connsiteY45" fmla="*/ 990571 h 1357700"/>
              <a:gd name="connsiteX46" fmla="*/ 7269396 w 10678681"/>
              <a:gd name="connsiteY46" fmla="*/ 989282 h 1357700"/>
              <a:gd name="connsiteX47" fmla="*/ 7258094 w 10678681"/>
              <a:gd name="connsiteY47" fmla="*/ 990679 h 1357700"/>
              <a:gd name="connsiteX48" fmla="*/ 7257893 w 10678681"/>
              <a:gd name="connsiteY48" fmla="*/ 991204 h 1357700"/>
              <a:gd name="connsiteX49" fmla="*/ 7247153 w 10678681"/>
              <a:gd name="connsiteY49" fmla="*/ 991550 h 1357700"/>
              <a:gd name="connsiteX50" fmla="*/ 7193612 w 10678681"/>
              <a:gd name="connsiteY50" fmla="*/ 987042 h 1357700"/>
              <a:gd name="connsiteX51" fmla="*/ 7132632 w 10678681"/>
              <a:gd name="connsiteY51" fmla="*/ 1042036 h 1357700"/>
              <a:gd name="connsiteX52" fmla="*/ 7105610 w 10678681"/>
              <a:gd name="connsiteY52" fmla="*/ 1053537 h 1357700"/>
              <a:gd name="connsiteX53" fmla="*/ 7091599 w 10678681"/>
              <a:gd name="connsiteY53" fmla="*/ 1062302 h 1357700"/>
              <a:gd name="connsiteX54" fmla="*/ 7090998 w 10678681"/>
              <a:gd name="connsiteY54" fmla="*/ 1064540 h 1357700"/>
              <a:gd name="connsiteX55" fmla="*/ 7039634 w 10678681"/>
              <a:gd name="connsiteY55" fmla="*/ 1059971 h 1357700"/>
              <a:gd name="connsiteX56" fmla="*/ 7033445 w 10678681"/>
              <a:gd name="connsiteY56" fmla="*/ 1063314 h 1357700"/>
              <a:gd name="connsiteX57" fmla="*/ 6999157 w 10678681"/>
              <a:gd name="connsiteY57" fmla="*/ 1055282 h 1357700"/>
              <a:gd name="connsiteX58" fmla="*/ 6981874 w 10678681"/>
              <a:gd name="connsiteY58" fmla="*/ 1053827 h 1357700"/>
              <a:gd name="connsiteX59" fmla="*/ 6976102 w 10678681"/>
              <a:gd name="connsiteY59" fmla="*/ 1047854 h 1357700"/>
              <a:gd name="connsiteX60" fmla="*/ 6951040 w 10678681"/>
              <a:gd name="connsiteY60" fmla="*/ 1048531 h 1357700"/>
              <a:gd name="connsiteX61" fmla="*/ 6948497 w 10678681"/>
              <a:gd name="connsiteY61" fmla="*/ 1050706 h 1357700"/>
              <a:gd name="connsiteX62" fmla="*/ 6926582 w 10678681"/>
              <a:gd name="connsiteY62" fmla="*/ 1043462 h 1357700"/>
              <a:gd name="connsiteX63" fmla="*/ 6833743 w 10678681"/>
              <a:gd name="connsiteY63" fmla="*/ 1027960 h 1357700"/>
              <a:gd name="connsiteX64" fmla="*/ 6687090 w 10678681"/>
              <a:gd name="connsiteY64" fmla="*/ 1063250 h 1357700"/>
              <a:gd name="connsiteX65" fmla="*/ 6437450 w 10678681"/>
              <a:gd name="connsiteY65" fmla="*/ 1101075 h 1357700"/>
              <a:gd name="connsiteX66" fmla="*/ 6327795 w 10678681"/>
              <a:gd name="connsiteY66" fmla="*/ 1088142 h 1357700"/>
              <a:gd name="connsiteX67" fmla="*/ 6136549 w 10678681"/>
              <a:gd name="connsiteY67" fmla="*/ 1100268 h 1357700"/>
              <a:gd name="connsiteX68" fmla="*/ 6004655 w 10678681"/>
              <a:gd name="connsiteY68" fmla="*/ 1114946 h 1357700"/>
              <a:gd name="connsiteX69" fmla="*/ 5936643 w 10678681"/>
              <a:gd name="connsiteY69" fmla="*/ 1095428 h 1357700"/>
              <a:gd name="connsiteX70" fmla="*/ 5912484 w 10678681"/>
              <a:gd name="connsiteY70" fmla="*/ 1112624 h 1357700"/>
              <a:gd name="connsiteX71" fmla="*/ 5908387 w 10678681"/>
              <a:gd name="connsiteY71" fmla="*/ 1116018 h 1357700"/>
              <a:gd name="connsiteX72" fmla="*/ 5890495 w 10678681"/>
              <a:gd name="connsiteY72" fmla="*/ 1120268 h 1357700"/>
              <a:gd name="connsiteX73" fmla="*/ 5887318 w 10678681"/>
              <a:gd name="connsiteY73" fmla="*/ 1133134 h 1357700"/>
              <a:gd name="connsiteX74" fmla="*/ 5861726 w 10678681"/>
              <a:gd name="connsiteY74" fmla="*/ 1147891 h 1357700"/>
              <a:gd name="connsiteX75" fmla="*/ 5805823 w 10678681"/>
              <a:gd name="connsiteY75" fmla="*/ 1152457 h 1357700"/>
              <a:gd name="connsiteX76" fmla="*/ 5689841 w 10678681"/>
              <a:gd name="connsiteY76" fmla="*/ 1176232 h 1357700"/>
              <a:gd name="connsiteX77" fmla="*/ 5605119 w 10678681"/>
              <a:gd name="connsiteY77" fmla="*/ 1190202 h 1357700"/>
              <a:gd name="connsiteX78" fmla="*/ 5488513 w 10678681"/>
              <a:gd name="connsiteY78" fmla="*/ 1205367 h 1357700"/>
              <a:gd name="connsiteX79" fmla="*/ 5402905 w 10678681"/>
              <a:gd name="connsiteY79" fmla="*/ 1241191 h 1357700"/>
              <a:gd name="connsiteX80" fmla="*/ 5285593 w 10678681"/>
              <a:gd name="connsiteY80" fmla="*/ 1273569 h 1357700"/>
              <a:gd name="connsiteX81" fmla="*/ 5192893 w 10678681"/>
              <a:gd name="connsiteY81" fmla="*/ 1247188 h 1357700"/>
              <a:gd name="connsiteX82" fmla="*/ 5186475 w 10678681"/>
              <a:gd name="connsiteY82" fmla="*/ 1257028 h 1357700"/>
              <a:gd name="connsiteX83" fmla="*/ 5126038 w 10678681"/>
              <a:gd name="connsiteY83" fmla="*/ 1263189 h 1357700"/>
              <a:gd name="connsiteX84" fmla="*/ 4894688 w 10678681"/>
              <a:gd name="connsiteY84" fmla="*/ 1247184 h 1357700"/>
              <a:gd name="connsiteX85" fmla="*/ 4788036 w 10678681"/>
              <a:gd name="connsiteY85" fmla="*/ 1238182 h 1357700"/>
              <a:gd name="connsiteX86" fmla="*/ 4747555 w 10678681"/>
              <a:gd name="connsiteY86" fmla="*/ 1252768 h 1357700"/>
              <a:gd name="connsiteX87" fmla="*/ 4679644 w 10678681"/>
              <a:gd name="connsiteY87" fmla="*/ 1276603 h 1357700"/>
              <a:gd name="connsiteX88" fmla="*/ 4632222 w 10678681"/>
              <a:gd name="connsiteY88" fmla="*/ 1318360 h 1357700"/>
              <a:gd name="connsiteX89" fmla="*/ 4617358 w 10678681"/>
              <a:gd name="connsiteY89" fmla="*/ 1327690 h 1357700"/>
              <a:gd name="connsiteX90" fmla="*/ 4589102 w 10678681"/>
              <a:gd name="connsiteY90" fmla="*/ 1321223 h 1357700"/>
              <a:gd name="connsiteX91" fmla="*/ 4578184 w 10678681"/>
              <a:gd name="connsiteY91" fmla="*/ 1326745 h 1357700"/>
              <a:gd name="connsiteX92" fmla="*/ 4574270 w 10678681"/>
              <a:gd name="connsiteY92" fmla="*/ 1325878 h 1357700"/>
              <a:gd name="connsiteX93" fmla="*/ 4564919 w 10678681"/>
              <a:gd name="connsiteY93" fmla="*/ 1325507 h 1357700"/>
              <a:gd name="connsiteX94" fmla="*/ 4566586 w 10678681"/>
              <a:gd name="connsiteY94" fmla="*/ 1316963 h 1357700"/>
              <a:gd name="connsiteX95" fmla="*/ 4556303 w 10678681"/>
              <a:gd name="connsiteY95" fmla="*/ 1300262 h 1357700"/>
              <a:gd name="connsiteX96" fmla="*/ 4502358 w 10678681"/>
              <a:gd name="connsiteY96" fmla="*/ 1302558 h 1357700"/>
              <a:gd name="connsiteX97" fmla="*/ 4498919 w 10678681"/>
              <a:gd name="connsiteY97" fmla="*/ 1312115 h 1357700"/>
              <a:gd name="connsiteX98" fmla="*/ 4492075 w 10678681"/>
              <a:gd name="connsiteY98" fmla="*/ 1313357 h 1357700"/>
              <a:gd name="connsiteX99" fmla="*/ 4487466 w 10678681"/>
              <a:gd name="connsiteY99" fmla="*/ 1304102 h 1357700"/>
              <a:gd name="connsiteX100" fmla="*/ 4398292 w 10678681"/>
              <a:gd name="connsiteY100" fmla="*/ 1278410 h 1357700"/>
              <a:gd name="connsiteX101" fmla="*/ 4306088 w 10678681"/>
              <a:gd name="connsiteY101" fmla="*/ 1282512 h 1357700"/>
              <a:gd name="connsiteX102" fmla="*/ 4188995 w 10678681"/>
              <a:gd name="connsiteY102" fmla="*/ 1296718 h 1357700"/>
              <a:gd name="connsiteX103" fmla="*/ 4136582 w 10678681"/>
              <a:gd name="connsiteY103" fmla="*/ 1287687 h 1357700"/>
              <a:gd name="connsiteX104" fmla="*/ 4064614 w 10678681"/>
              <a:gd name="connsiteY104" fmla="*/ 1296118 h 1357700"/>
              <a:gd name="connsiteX105" fmla="*/ 3906561 w 10678681"/>
              <a:gd name="connsiteY105" fmla="*/ 1352435 h 1357700"/>
              <a:gd name="connsiteX106" fmla="*/ 3787890 w 10678681"/>
              <a:gd name="connsiteY106" fmla="*/ 1352442 h 1357700"/>
              <a:gd name="connsiteX107" fmla="*/ 3745993 w 10678681"/>
              <a:gd name="connsiteY107" fmla="*/ 1342630 h 1357700"/>
              <a:gd name="connsiteX108" fmla="*/ 3675785 w 10678681"/>
              <a:gd name="connsiteY108" fmla="*/ 1326802 h 1357700"/>
              <a:gd name="connsiteX109" fmla="*/ 3623856 w 10678681"/>
              <a:gd name="connsiteY109" fmla="*/ 1290804 h 1357700"/>
              <a:gd name="connsiteX110" fmla="*/ 3564933 w 10678681"/>
              <a:gd name="connsiteY110" fmla="*/ 1287147 h 1357700"/>
              <a:gd name="connsiteX111" fmla="*/ 3550537 w 10678681"/>
              <a:gd name="connsiteY111" fmla="*/ 1317552 h 1357700"/>
              <a:gd name="connsiteX112" fmla="*/ 3487736 w 10678681"/>
              <a:gd name="connsiteY112" fmla="*/ 1303493 h 1357700"/>
              <a:gd name="connsiteX113" fmla="*/ 3392548 w 10678681"/>
              <a:gd name="connsiteY113" fmla="*/ 1278741 h 1357700"/>
              <a:gd name="connsiteX114" fmla="*/ 3337466 w 10678681"/>
              <a:gd name="connsiteY114" fmla="*/ 1272537 h 1357700"/>
              <a:gd name="connsiteX115" fmla="*/ 3187206 w 10678681"/>
              <a:gd name="connsiteY115" fmla="*/ 1246821 h 1357700"/>
              <a:gd name="connsiteX116" fmla="*/ 3036856 w 10678681"/>
              <a:gd name="connsiteY116" fmla="*/ 1214383 h 1357700"/>
              <a:gd name="connsiteX117" fmla="*/ 2948654 w 10678681"/>
              <a:gd name="connsiteY117" fmla="*/ 1157455 h 1357700"/>
              <a:gd name="connsiteX118" fmla="*/ 2824973 w 10678681"/>
              <a:gd name="connsiteY118" fmla="*/ 1134864 h 1357700"/>
              <a:gd name="connsiteX119" fmla="*/ 2804398 w 10678681"/>
              <a:gd name="connsiteY119" fmla="*/ 1125556 h 1357700"/>
              <a:gd name="connsiteX120" fmla="*/ 2775396 w 10678681"/>
              <a:gd name="connsiteY120" fmla="*/ 1130148 h 1357700"/>
              <a:gd name="connsiteX121" fmla="*/ 2659096 w 10678681"/>
              <a:gd name="connsiteY121" fmla="*/ 1150294 h 1357700"/>
              <a:gd name="connsiteX122" fmla="*/ 2567088 w 10678681"/>
              <a:gd name="connsiteY122" fmla="*/ 1181781 h 1357700"/>
              <a:gd name="connsiteX123" fmla="*/ 2454501 w 10678681"/>
              <a:gd name="connsiteY123" fmla="*/ 1155455 h 1357700"/>
              <a:gd name="connsiteX124" fmla="*/ 2385161 w 10678681"/>
              <a:gd name="connsiteY124" fmla="*/ 1161312 h 1357700"/>
              <a:gd name="connsiteX125" fmla="*/ 2270528 w 10678681"/>
              <a:gd name="connsiteY125" fmla="*/ 1204338 h 1357700"/>
              <a:gd name="connsiteX126" fmla="*/ 2121820 w 10678681"/>
              <a:gd name="connsiteY126" fmla="*/ 1187078 h 1357700"/>
              <a:gd name="connsiteX127" fmla="*/ 2092716 w 10678681"/>
              <a:gd name="connsiteY127" fmla="*/ 1139224 h 1357700"/>
              <a:gd name="connsiteX128" fmla="*/ 2052449 w 10678681"/>
              <a:gd name="connsiteY128" fmla="*/ 1109687 h 1357700"/>
              <a:gd name="connsiteX129" fmla="*/ 2032607 w 10678681"/>
              <a:gd name="connsiteY129" fmla="*/ 1175477 h 1357700"/>
              <a:gd name="connsiteX130" fmla="*/ 1901837 w 10678681"/>
              <a:gd name="connsiteY130" fmla="*/ 1221762 h 1357700"/>
              <a:gd name="connsiteX131" fmla="*/ 1836762 w 10678681"/>
              <a:gd name="connsiteY131" fmla="*/ 1237387 h 1357700"/>
              <a:gd name="connsiteX132" fmla="*/ 1735877 w 10678681"/>
              <a:gd name="connsiteY132" fmla="*/ 1246527 h 1357700"/>
              <a:gd name="connsiteX133" fmla="*/ 1705069 w 10678681"/>
              <a:gd name="connsiteY133" fmla="*/ 1251989 h 1357700"/>
              <a:gd name="connsiteX134" fmla="*/ 1397689 w 10678681"/>
              <a:gd name="connsiteY134" fmla="*/ 1336144 h 1357700"/>
              <a:gd name="connsiteX135" fmla="*/ 1220734 w 10678681"/>
              <a:gd name="connsiteY135" fmla="*/ 1257811 h 1357700"/>
              <a:gd name="connsiteX136" fmla="*/ 1021737 w 10678681"/>
              <a:gd name="connsiteY136" fmla="*/ 1238739 h 1357700"/>
              <a:gd name="connsiteX137" fmla="*/ 959820 w 10678681"/>
              <a:gd name="connsiteY137" fmla="*/ 1275863 h 1357700"/>
              <a:gd name="connsiteX138" fmla="*/ 929137 w 10678681"/>
              <a:gd name="connsiteY138" fmla="*/ 1273957 h 1357700"/>
              <a:gd name="connsiteX139" fmla="*/ 878849 w 10678681"/>
              <a:gd name="connsiteY139" fmla="*/ 1266740 h 1357700"/>
              <a:gd name="connsiteX140" fmla="*/ 800667 w 10678681"/>
              <a:gd name="connsiteY140" fmla="*/ 1282041 h 1357700"/>
              <a:gd name="connsiteX141" fmla="*/ 644906 w 10678681"/>
              <a:gd name="connsiteY141" fmla="*/ 1273685 h 1357700"/>
              <a:gd name="connsiteX142" fmla="*/ 379869 w 10678681"/>
              <a:gd name="connsiteY142" fmla="*/ 1339165 h 1357700"/>
              <a:gd name="connsiteX143" fmla="*/ 137696 w 10678681"/>
              <a:gd name="connsiteY143" fmla="*/ 1319217 h 1357700"/>
              <a:gd name="connsiteX144" fmla="*/ 54250 w 10678681"/>
              <a:gd name="connsiteY144" fmla="*/ 1315838 h 1357700"/>
              <a:gd name="connsiteX145" fmla="*/ 28042 w 10678681"/>
              <a:gd name="connsiteY145" fmla="*/ 1297822 h 1357700"/>
              <a:gd name="connsiteX146" fmla="*/ 0 w 10678681"/>
              <a:gd name="connsiteY146" fmla="*/ 1294612 h 1357700"/>
              <a:gd name="connsiteX147" fmla="*/ 0 w 10678681"/>
              <a:gd name="connsiteY147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90998 w 10678681"/>
              <a:gd name="connsiteY53" fmla="*/ 1064540 h 1357700"/>
              <a:gd name="connsiteX54" fmla="*/ 7039634 w 10678681"/>
              <a:gd name="connsiteY54" fmla="*/ 1059971 h 1357700"/>
              <a:gd name="connsiteX55" fmla="*/ 7033445 w 10678681"/>
              <a:gd name="connsiteY55" fmla="*/ 1063314 h 1357700"/>
              <a:gd name="connsiteX56" fmla="*/ 6999157 w 10678681"/>
              <a:gd name="connsiteY56" fmla="*/ 1055282 h 1357700"/>
              <a:gd name="connsiteX57" fmla="*/ 6981874 w 10678681"/>
              <a:gd name="connsiteY57" fmla="*/ 1053827 h 1357700"/>
              <a:gd name="connsiteX58" fmla="*/ 6976102 w 10678681"/>
              <a:gd name="connsiteY58" fmla="*/ 1047854 h 1357700"/>
              <a:gd name="connsiteX59" fmla="*/ 6951040 w 10678681"/>
              <a:gd name="connsiteY59" fmla="*/ 1048531 h 1357700"/>
              <a:gd name="connsiteX60" fmla="*/ 6948497 w 10678681"/>
              <a:gd name="connsiteY60" fmla="*/ 1050706 h 1357700"/>
              <a:gd name="connsiteX61" fmla="*/ 6926582 w 10678681"/>
              <a:gd name="connsiteY61" fmla="*/ 1043462 h 1357700"/>
              <a:gd name="connsiteX62" fmla="*/ 6833743 w 10678681"/>
              <a:gd name="connsiteY62" fmla="*/ 1027960 h 1357700"/>
              <a:gd name="connsiteX63" fmla="*/ 6687090 w 10678681"/>
              <a:gd name="connsiteY63" fmla="*/ 1063250 h 1357700"/>
              <a:gd name="connsiteX64" fmla="*/ 6437450 w 10678681"/>
              <a:gd name="connsiteY64" fmla="*/ 1101075 h 1357700"/>
              <a:gd name="connsiteX65" fmla="*/ 6327795 w 10678681"/>
              <a:gd name="connsiteY65" fmla="*/ 1088142 h 1357700"/>
              <a:gd name="connsiteX66" fmla="*/ 6136549 w 10678681"/>
              <a:gd name="connsiteY66" fmla="*/ 1100268 h 1357700"/>
              <a:gd name="connsiteX67" fmla="*/ 6004655 w 10678681"/>
              <a:gd name="connsiteY67" fmla="*/ 1114946 h 1357700"/>
              <a:gd name="connsiteX68" fmla="*/ 5936643 w 10678681"/>
              <a:gd name="connsiteY68" fmla="*/ 1095428 h 1357700"/>
              <a:gd name="connsiteX69" fmla="*/ 5912484 w 10678681"/>
              <a:gd name="connsiteY69" fmla="*/ 1112624 h 1357700"/>
              <a:gd name="connsiteX70" fmla="*/ 5908387 w 10678681"/>
              <a:gd name="connsiteY70" fmla="*/ 1116018 h 1357700"/>
              <a:gd name="connsiteX71" fmla="*/ 5890495 w 10678681"/>
              <a:gd name="connsiteY71" fmla="*/ 1120268 h 1357700"/>
              <a:gd name="connsiteX72" fmla="*/ 5887318 w 10678681"/>
              <a:gd name="connsiteY72" fmla="*/ 1133134 h 1357700"/>
              <a:gd name="connsiteX73" fmla="*/ 5861726 w 10678681"/>
              <a:gd name="connsiteY73" fmla="*/ 1147891 h 1357700"/>
              <a:gd name="connsiteX74" fmla="*/ 5805823 w 10678681"/>
              <a:gd name="connsiteY74" fmla="*/ 1152457 h 1357700"/>
              <a:gd name="connsiteX75" fmla="*/ 5689841 w 10678681"/>
              <a:gd name="connsiteY75" fmla="*/ 1176232 h 1357700"/>
              <a:gd name="connsiteX76" fmla="*/ 5605119 w 10678681"/>
              <a:gd name="connsiteY76" fmla="*/ 1190202 h 1357700"/>
              <a:gd name="connsiteX77" fmla="*/ 5488513 w 10678681"/>
              <a:gd name="connsiteY77" fmla="*/ 1205367 h 1357700"/>
              <a:gd name="connsiteX78" fmla="*/ 5402905 w 10678681"/>
              <a:gd name="connsiteY78" fmla="*/ 1241191 h 1357700"/>
              <a:gd name="connsiteX79" fmla="*/ 5285593 w 10678681"/>
              <a:gd name="connsiteY79" fmla="*/ 1273569 h 1357700"/>
              <a:gd name="connsiteX80" fmla="*/ 5192893 w 10678681"/>
              <a:gd name="connsiteY80" fmla="*/ 1247188 h 1357700"/>
              <a:gd name="connsiteX81" fmla="*/ 5186475 w 10678681"/>
              <a:gd name="connsiteY81" fmla="*/ 1257028 h 1357700"/>
              <a:gd name="connsiteX82" fmla="*/ 5126038 w 10678681"/>
              <a:gd name="connsiteY82" fmla="*/ 1263189 h 1357700"/>
              <a:gd name="connsiteX83" fmla="*/ 4894688 w 10678681"/>
              <a:gd name="connsiteY83" fmla="*/ 1247184 h 1357700"/>
              <a:gd name="connsiteX84" fmla="*/ 4788036 w 10678681"/>
              <a:gd name="connsiteY84" fmla="*/ 1238182 h 1357700"/>
              <a:gd name="connsiteX85" fmla="*/ 4747555 w 10678681"/>
              <a:gd name="connsiteY85" fmla="*/ 1252768 h 1357700"/>
              <a:gd name="connsiteX86" fmla="*/ 4679644 w 10678681"/>
              <a:gd name="connsiteY86" fmla="*/ 1276603 h 1357700"/>
              <a:gd name="connsiteX87" fmla="*/ 4632222 w 10678681"/>
              <a:gd name="connsiteY87" fmla="*/ 1318360 h 1357700"/>
              <a:gd name="connsiteX88" fmla="*/ 4617358 w 10678681"/>
              <a:gd name="connsiteY88" fmla="*/ 1327690 h 1357700"/>
              <a:gd name="connsiteX89" fmla="*/ 4589102 w 10678681"/>
              <a:gd name="connsiteY89" fmla="*/ 1321223 h 1357700"/>
              <a:gd name="connsiteX90" fmla="*/ 4578184 w 10678681"/>
              <a:gd name="connsiteY90" fmla="*/ 1326745 h 1357700"/>
              <a:gd name="connsiteX91" fmla="*/ 4574270 w 10678681"/>
              <a:gd name="connsiteY91" fmla="*/ 1325878 h 1357700"/>
              <a:gd name="connsiteX92" fmla="*/ 4564919 w 10678681"/>
              <a:gd name="connsiteY92" fmla="*/ 1325507 h 1357700"/>
              <a:gd name="connsiteX93" fmla="*/ 4566586 w 10678681"/>
              <a:gd name="connsiteY93" fmla="*/ 1316963 h 1357700"/>
              <a:gd name="connsiteX94" fmla="*/ 4556303 w 10678681"/>
              <a:gd name="connsiteY94" fmla="*/ 1300262 h 1357700"/>
              <a:gd name="connsiteX95" fmla="*/ 4502358 w 10678681"/>
              <a:gd name="connsiteY95" fmla="*/ 1302558 h 1357700"/>
              <a:gd name="connsiteX96" fmla="*/ 4498919 w 10678681"/>
              <a:gd name="connsiteY96" fmla="*/ 1312115 h 1357700"/>
              <a:gd name="connsiteX97" fmla="*/ 4492075 w 10678681"/>
              <a:gd name="connsiteY97" fmla="*/ 1313357 h 1357700"/>
              <a:gd name="connsiteX98" fmla="*/ 4487466 w 10678681"/>
              <a:gd name="connsiteY98" fmla="*/ 1304102 h 1357700"/>
              <a:gd name="connsiteX99" fmla="*/ 4398292 w 10678681"/>
              <a:gd name="connsiteY99" fmla="*/ 1278410 h 1357700"/>
              <a:gd name="connsiteX100" fmla="*/ 4306088 w 10678681"/>
              <a:gd name="connsiteY100" fmla="*/ 1282512 h 1357700"/>
              <a:gd name="connsiteX101" fmla="*/ 4188995 w 10678681"/>
              <a:gd name="connsiteY101" fmla="*/ 1296718 h 1357700"/>
              <a:gd name="connsiteX102" fmla="*/ 4136582 w 10678681"/>
              <a:gd name="connsiteY102" fmla="*/ 1287687 h 1357700"/>
              <a:gd name="connsiteX103" fmla="*/ 4064614 w 10678681"/>
              <a:gd name="connsiteY103" fmla="*/ 1296118 h 1357700"/>
              <a:gd name="connsiteX104" fmla="*/ 3906561 w 10678681"/>
              <a:gd name="connsiteY104" fmla="*/ 1352435 h 1357700"/>
              <a:gd name="connsiteX105" fmla="*/ 3787890 w 10678681"/>
              <a:gd name="connsiteY105" fmla="*/ 1352442 h 1357700"/>
              <a:gd name="connsiteX106" fmla="*/ 3745993 w 10678681"/>
              <a:gd name="connsiteY106" fmla="*/ 1342630 h 1357700"/>
              <a:gd name="connsiteX107" fmla="*/ 3675785 w 10678681"/>
              <a:gd name="connsiteY107" fmla="*/ 1326802 h 1357700"/>
              <a:gd name="connsiteX108" fmla="*/ 3623856 w 10678681"/>
              <a:gd name="connsiteY108" fmla="*/ 1290804 h 1357700"/>
              <a:gd name="connsiteX109" fmla="*/ 3564933 w 10678681"/>
              <a:gd name="connsiteY109" fmla="*/ 1287147 h 1357700"/>
              <a:gd name="connsiteX110" fmla="*/ 3550537 w 10678681"/>
              <a:gd name="connsiteY110" fmla="*/ 1317552 h 1357700"/>
              <a:gd name="connsiteX111" fmla="*/ 3487736 w 10678681"/>
              <a:gd name="connsiteY111" fmla="*/ 1303493 h 1357700"/>
              <a:gd name="connsiteX112" fmla="*/ 3392548 w 10678681"/>
              <a:gd name="connsiteY112" fmla="*/ 1278741 h 1357700"/>
              <a:gd name="connsiteX113" fmla="*/ 3337466 w 10678681"/>
              <a:gd name="connsiteY113" fmla="*/ 1272537 h 1357700"/>
              <a:gd name="connsiteX114" fmla="*/ 3187206 w 10678681"/>
              <a:gd name="connsiteY114" fmla="*/ 1246821 h 1357700"/>
              <a:gd name="connsiteX115" fmla="*/ 3036856 w 10678681"/>
              <a:gd name="connsiteY115" fmla="*/ 1214383 h 1357700"/>
              <a:gd name="connsiteX116" fmla="*/ 2948654 w 10678681"/>
              <a:gd name="connsiteY116" fmla="*/ 1157455 h 1357700"/>
              <a:gd name="connsiteX117" fmla="*/ 2824973 w 10678681"/>
              <a:gd name="connsiteY117" fmla="*/ 1134864 h 1357700"/>
              <a:gd name="connsiteX118" fmla="*/ 2804398 w 10678681"/>
              <a:gd name="connsiteY118" fmla="*/ 1125556 h 1357700"/>
              <a:gd name="connsiteX119" fmla="*/ 2775396 w 10678681"/>
              <a:gd name="connsiteY119" fmla="*/ 1130148 h 1357700"/>
              <a:gd name="connsiteX120" fmla="*/ 2659096 w 10678681"/>
              <a:gd name="connsiteY120" fmla="*/ 1150294 h 1357700"/>
              <a:gd name="connsiteX121" fmla="*/ 2567088 w 10678681"/>
              <a:gd name="connsiteY121" fmla="*/ 1181781 h 1357700"/>
              <a:gd name="connsiteX122" fmla="*/ 2454501 w 10678681"/>
              <a:gd name="connsiteY122" fmla="*/ 1155455 h 1357700"/>
              <a:gd name="connsiteX123" fmla="*/ 2385161 w 10678681"/>
              <a:gd name="connsiteY123" fmla="*/ 1161312 h 1357700"/>
              <a:gd name="connsiteX124" fmla="*/ 2270528 w 10678681"/>
              <a:gd name="connsiteY124" fmla="*/ 1204338 h 1357700"/>
              <a:gd name="connsiteX125" fmla="*/ 2121820 w 10678681"/>
              <a:gd name="connsiteY125" fmla="*/ 1187078 h 1357700"/>
              <a:gd name="connsiteX126" fmla="*/ 2092716 w 10678681"/>
              <a:gd name="connsiteY126" fmla="*/ 1139224 h 1357700"/>
              <a:gd name="connsiteX127" fmla="*/ 2052449 w 10678681"/>
              <a:gd name="connsiteY127" fmla="*/ 1109687 h 1357700"/>
              <a:gd name="connsiteX128" fmla="*/ 2032607 w 10678681"/>
              <a:gd name="connsiteY128" fmla="*/ 1175477 h 1357700"/>
              <a:gd name="connsiteX129" fmla="*/ 1901837 w 10678681"/>
              <a:gd name="connsiteY129" fmla="*/ 1221762 h 1357700"/>
              <a:gd name="connsiteX130" fmla="*/ 1836762 w 10678681"/>
              <a:gd name="connsiteY130" fmla="*/ 1237387 h 1357700"/>
              <a:gd name="connsiteX131" fmla="*/ 1735877 w 10678681"/>
              <a:gd name="connsiteY131" fmla="*/ 1246527 h 1357700"/>
              <a:gd name="connsiteX132" fmla="*/ 1705069 w 10678681"/>
              <a:gd name="connsiteY132" fmla="*/ 1251989 h 1357700"/>
              <a:gd name="connsiteX133" fmla="*/ 1397689 w 10678681"/>
              <a:gd name="connsiteY133" fmla="*/ 1336144 h 1357700"/>
              <a:gd name="connsiteX134" fmla="*/ 1220734 w 10678681"/>
              <a:gd name="connsiteY134" fmla="*/ 1257811 h 1357700"/>
              <a:gd name="connsiteX135" fmla="*/ 1021737 w 10678681"/>
              <a:gd name="connsiteY135" fmla="*/ 1238739 h 1357700"/>
              <a:gd name="connsiteX136" fmla="*/ 959820 w 10678681"/>
              <a:gd name="connsiteY136" fmla="*/ 1275863 h 1357700"/>
              <a:gd name="connsiteX137" fmla="*/ 929137 w 10678681"/>
              <a:gd name="connsiteY137" fmla="*/ 1273957 h 1357700"/>
              <a:gd name="connsiteX138" fmla="*/ 878849 w 10678681"/>
              <a:gd name="connsiteY138" fmla="*/ 1266740 h 1357700"/>
              <a:gd name="connsiteX139" fmla="*/ 800667 w 10678681"/>
              <a:gd name="connsiteY139" fmla="*/ 1282041 h 1357700"/>
              <a:gd name="connsiteX140" fmla="*/ 644906 w 10678681"/>
              <a:gd name="connsiteY140" fmla="*/ 1273685 h 1357700"/>
              <a:gd name="connsiteX141" fmla="*/ 379869 w 10678681"/>
              <a:gd name="connsiteY141" fmla="*/ 1339165 h 1357700"/>
              <a:gd name="connsiteX142" fmla="*/ 137696 w 10678681"/>
              <a:gd name="connsiteY142" fmla="*/ 1319217 h 1357700"/>
              <a:gd name="connsiteX143" fmla="*/ 54250 w 10678681"/>
              <a:gd name="connsiteY143" fmla="*/ 1315838 h 1357700"/>
              <a:gd name="connsiteX144" fmla="*/ 28042 w 10678681"/>
              <a:gd name="connsiteY144" fmla="*/ 1297822 h 1357700"/>
              <a:gd name="connsiteX145" fmla="*/ 0 w 10678681"/>
              <a:gd name="connsiteY145" fmla="*/ 1294612 h 1357700"/>
              <a:gd name="connsiteX146" fmla="*/ 0 w 10678681"/>
              <a:gd name="connsiteY146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0528 w 10678681"/>
              <a:gd name="connsiteY122" fmla="*/ 1204338 h 1357700"/>
              <a:gd name="connsiteX123" fmla="*/ 2121820 w 10678681"/>
              <a:gd name="connsiteY123" fmla="*/ 1187078 h 1357700"/>
              <a:gd name="connsiteX124" fmla="*/ 2092716 w 10678681"/>
              <a:gd name="connsiteY124" fmla="*/ 1139224 h 1357700"/>
              <a:gd name="connsiteX125" fmla="*/ 2052449 w 10678681"/>
              <a:gd name="connsiteY125" fmla="*/ 1109687 h 1357700"/>
              <a:gd name="connsiteX126" fmla="*/ 2032607 w 10678681"/>
              <a:gd name="connsiteY126" fmla="*/ 1175477 h 1357700"/>
              <a:gd name="connsiteX127" fmla="*/ 1901837 w 10678681"/>
              <a:gd name="connsiteY127" fmla="*/ 1221762 h 1357700"/>
              <a:gd name="connsiteX128" fmla="*/ 1836762 w 10678681"/>
              <a:gd name="connsiteY128" fmla="*/ 1237387 h 1357700"/>
              <a:gd name="connsiteX129" fmla="*/ 1735877 w 10678681"/>
              <a:gd name="connsiteY129" fmla="*/ 1246527 h 1357700"/>
              <a:gd name="connsiteX130" fmla="*/ 1705069 w 10678681"/>
              <a:gd name="connsiteY130" fmla="*/ 1251989 h 1357700"/>
              <a:gd name="connsiteX131" fmla="*/ 1397689 w 10678681"/>
              <a:gd name="connsiteY131" fmla="*/ 1336144 h 1357700"/>
              <a:gd name="connsiteX132" fmla="*/ 1220734 w 10678681"/>
              <a:gd name="connsiteY132" fmla="*/ 1257811 h 1357700"/>
              <a:gd name="connsiteX133" fmla="*/ 1021737 w 10678681"/>
              <a:gd name="connsiteY133" fmla="*/ 1238739 h 1357700"/>
              <a:gd name="connsiteX134" fmla="*/ 959820 w 10678681"/>
              <a:gd name="connsiteY134" fmla="*/ 1275863 h 1357700"/>
              <a:gd name="connsiteX135" fmla="*/ 929137 w 10678681"/>
              <a:gd name="connsiteY135" fmla="*/ 1273957 h 1357700"/>
              <a:gd name="connsiteX136" fmla="*/ 878849 w 10678681"/>
              <a:gd name="connsiteY136" fmla="*/ 1266740 h 1357700"/>
              <a:gd name="connsiteX137" fmla="*/ 800667 w 10678681"/>
              <a:gd name="connsiteY137" fmla="*/ 1282041 h 1357700"/>
              <a:gd name="connsiteX138" fmla="*/ 644906 w 10678681"/>
              <a:gd name="connsiteY138" fmla="*/ 1273685 h 1357700"/>
              <a:gd name="connsiteX139" fmla="*/ 379869 w 10678681"/>
              <a:gd name="connsiteY139" fmla="*/ 1339165 h 1357700"/>
              <a:gd name="connsiteX140" fmla="*/ 137696 w 10678681"/>
              <a:gd name="connsiteY140" fmla="*/ 1319217 h 1357700"/>
              <a:gd name="connsiteX141" fmla="*/ 54250 w 10678681"/>
              <a:gd name="connsiteY141" fmla="*/ 1315838 h 1357700"/>
              <a:gd name="connsiteX142" fmla="*/ 28042 w 10678681"/>
              <a:gd name="connsiteY142" fmla="*/ 1297822 h 1357700"/>
              <a:gd name="connsiteX143" fmla="*/ 0 w 10678681"/>
              <a:gd name="connsiteY143" fmla="*/ 1294612 h 1357700"/>
              <a:gd name="connsiteX144" fmla="*/ 0 w 10678681"/>
              <a:gd name="connsiteY144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121820 w 10678681"/>
              <a:gd name="connsiteY122" fmla="*/ 1187078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10157 w 10678681"/>
              <a:gd name="connsiteY125" fmla="*/ 115276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36762 w 10678681"/>
              <a:gd name="connsiteY126" fmla="*/ 1237387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75981 w 10678681"/>
              <a:gd name="connsiteY113" fmla="*/ 1208973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2443"/>
              <a:gd name="connsiteX1" fmla="*/ 10678681 w 10678681"/>
              <a:gd name="connsiteY1" fmla="*/ 0 h 1352443"/>
              <a:gd name="connsiteX2" fmla="*/ 10666019 w 10678681"/>
              <a:gd name="connsiteY2" fmla="*/ 7876 h 1352443"/>
              <a:gd name="connsiteX3" fmla="*/ 10632825 w 10678681"/>
              <a:gd name="connsiteY3" fmla="*/ 32153 h 1352443"/>
              <a:gd name="connsiteX4" fmla="*/ 10510605 w 10678681"/>
              <a:gd name="connsiteY4" fmla="*/ 30449 h 1352443"/>
              <a:gd name="connsiteX5" fmla="*/ 10456989 w 10678681"/>
              <a:gd name="connsiteY5" fmla="*/ 979 h 1352443"/>
              <a:gd name="connsiteX6" fmla="*/ 10438642 w 10678681"/>
              <a:gd name="connsiteY6" fmla="*/ 1524 h 1352443"/>
              <a:gd name="connsiteX7" fmla="*/ 10407146 w 10678681"/>
              <a:gd name="connsiteY7" fmla="*/ 43659 h 1352443"/>
              <a:gd name="connsiteX8" fmla="*/ 10357996 w 10678681"/>
              <a:gd name="connsiteY8" fmla="*/ 50836 h 1352443"/>
              <a:gd name="connsiteX9" fmla="*/ 10306667 w 10678681"/>
              <a:gd name="connsiteY9" fmla="*/ 109739 h 1352443"/>
              <a:gd name="connsiteX10" fmla="*/ 10115334 w 10678681"/>
              <a:gd name="connsiteY10" fmla="*/ 155658 h 1352443"/>
              <a:gd name="connsiteX11" fmla="*/ 10068157 w 10678681"/>
              <a:gd name="connsiteY11" fmla="*/ 215673 h 1352443"/>
              <a:gd name="connsiteX12" fmla="*/ 10045431 w 10678681"/>
              <a:gd name="connsiteY12" fmla="*/ 229568 h 1352443"/>
              <a:gd name="connsiteX13" fmla="*/ 10013265 w 10678681"/>
              <a:gd name="connsiteY13" fmla="*/ 284757 h 1352443"/>
              <a:gd name="connsiteX14" fmla="*/ 9862496 w 10678681"/>
              <a:gd name="connsiteY14" fmla="*/ 223033 h 1352443"/>
              <a:gd name="connsiteX15" fmla="*/ 9679638 w 10678681"/>
              <a:gd name="connsiteY15" fmla="*/ 277462 h 1352443"/>
              <a:gd name="connsiteX16" fmla="*/ 9498347 w 10678681"/>
              <a:gd name="connsiteY16" fmla="*/ 244723 h 1352443"/>
              <a:gd name="connsiteX17" fmla="*/ 9399702 w 10678681"/>
              <a:gd name="connsiteY17" fmla="*/ 276316 h 1352443"/>
              <a:gd name="connsiteX18" fmla="*/ 9378439 w 10678681"/>
              <a:gd name="connsiteY18" fmla="*/ 326244 h 1352443"/>
              <a:gd name="connsiteX19" fmla="*/ 9121744 w 10678681"/>
              <a:gd name="connsiteY19" fmla="*/ 365177 h 1352443"/>
              <a:gd name="connsiteX20" fmla="*/ 9061654 w 10678681"/>
              <a:gd name="connsiteY20" fmla="*/ 393730 h 1352443"/>
              <a:gd name="connsiteX21" fmla="*/ 8997577 w 10678681"/>
              <a:gd name="connsiteY21" fmla="*/ 380865 h 1352443"/>
              <a:gd name="connsiteX22" fmla="*/ 8907968 w 10678681"/>
              <a:gd name="connsiteY22" fmla="*/ 447345 h 1352443"/>
              <a:gd name="connsiteX23" fmla="*/ 8764163 w 10678681"/>
              <a:gd name="connsiteY23" fmla="*/ 471000 h 1352443"/>
              <a:gd name="connsiteX24" fmla="*/ 8680155 w 10678681"/>
              <a:gd name="connsiteY24" fmla="*/ 492404 h 1352443"/>
              <a:gd name="connsiteX25" fmla="*/ 8651436 w 10678681"/>
              <a:gd name="connsiteY25" fmla="*/ 511923 h 1352443"/>
              <a:gd name="connsiteX26" fmla="*/ 8609185 w 10678681"/>
              <a:gd name="connsiteY26" fmla="*/ 531525 h 1352443"/>
              <a:gd name="connsiteX27" fmla="*/ 8537091 w 10678681"/>
              <a:gd name="connsiteY27" fmla="*/ 574933 h 1352443"/>
              <a:gd name="connsiteX28" fmla="*/ 8435931 w 10678681"/>
              <a:gd name="connsiteY28" fmla="*/ 617926 h 1352443"/>
              <a:gd name="connsiteX29" fmla="*/ 8348623 w 10678681"/>
              <a:gd name="connsiteY29" fmla="*/ 600607 h 1352443"/>
              <a:gd name="connsiteX30" fmla="*/ 8344233 w 10678681"/>
              <a:gd name="connsiteY30" fmla="*/ 610922 h 1352443"/>
              <a:gd name="connsiteX31" fmla="*/ 8290622 w 10678681"/>
              <a:gd name="connsiteY31" fmla="*/ 622687 h 1352443"/>
              <a:gd name="connsiteX32" fmla="*/ 8086698 w 10678681"/>
              <a:gd name="connsiteY32" fmla="*/ 605185 h 1352443"/>
              <a:gd name="connsiteX33" fmla="*/ 7982378 w 10678681"/>
              <a:gd name="connsiteY33" fmla="*/ 629799 h 1352443"/>
              <a:gd name="connsiteX34" fmla="*/ 7947952 w 10678681"/>
              <a:gd name="connsiteY34" fmla="*/ 648003 h 1352443"/>
              <a:gd name="connsiteX35" fmla="*/ 7890112 w 10678681"/>
              <a:gd name="connsiteY35" fmla="*/ 677915 h 1352443"/>
              <a:gd name="connsiteX36" fmla="*/ 7853284 w 10678681"/>
              <a:gd name="connsiteY36" fmla="*/ 723588 h 1352443"/>
              <a:gd name="connsiteX37" fmla="*/ 7802383 w 10678681"/>
              <a:gd name="connsiteY37" fmla="*/ 739359 h 1352443"/>
              <a:gd name="connsiteX38" fmla="*/ 7730518 w 10678681"/>
              <a:gd name="connsiteY38" fmla="*/ 739526 h 1352443"/>
              <a:gd name="connsiteX39" fmla="*/ 7652907 w 10678681"/>
              <a:gd name="connsiteY39" fmla="*/ 783273 h 1352443"/>
              <a:gd name="connsiteX40" fmla="*/ 7606008 w 10678681"/>
              <a:gd name="connsiteY40" fmla="*/ 800717 h 1352443"/>
              <a:gd name="connsiteX41" fmla="*/ 7480223 w 10678681"/>
              <a:gd name="connsiteY41" fmla="*/ 856821 h 1352443"/>
              <a:gd name="connsiteX42" fmla="*/ 7356005 w 10678681"/>
              <a:gd name="connsiteY42" fmla="*/ 919462 h 1352443"/>
              <a:gd name="connsiteX43" fmla="*/ 7305396 w 10678681"/>
              <a:gd name="connsiteY43" fmla="*/ 986228 h 1352443"/>
              <a:gd name="connsiteX44" fmla="*/ 7266251 w 10678681"/>
              <a:gd name="connsiteY44" fmla="*/ 967864 h 1352443"/>
              <a:gd name="connsiteX45" fmla="*/ 7269396 w 10678681"/>
              <a:gd name="connsiteY45" fmla="*/ 989282 h 1352443"/>
              <a:gd name="connsiteX46" fmla="*/ 7258094 w 10678681"/>
              <a:gd name="connsiteY46" fmla="*/ 990679 h 1352443"/>
              <a:gd name="connsiteX47" fmla="*/ 7257893 w 10678681"/>
              <a:gd name="connsiteY47" fmla="*/ 991204 h 1352443"/>
              <a:gd name="connsiteX48" fmla="*/ 7247153 w 10678681"/>
              <a:gd name="connsiteY48" fmla="*/ 991550 h 1352443"/>
              <a:gd name="connsiteX49" fmla="*/ 7193612 w 10678681"/>
              <a:gd name="connsiteY49" fmla="*/ 987042 h 1352443"/>
              <a:gd name="connsiteX50" fmla="*/ 7132632 w 10678681"/>
              <a:gd name="connsiteY50" fmla="*/ 1042036 h 1352443"/>
              <a:gd name="connsiteX51" fmla="*/ 7105610 w 10678681"/>
              <a:gd name="connsiteY51" fmla="*/ 1053537 h 1352443"/>
              <a:gd name="connsiteX52" fmla="*/ 7069148 w 10678681"/>
              <a:gd name="connsiteY52" fmla="*/ 1047163 h 1352443"/>
              <a:gd name="connsiteX53" fmla="*/ 7039634 w 10678681"/>
              <a:gd name="connsiteY53" fmla="*/ 1059971 h 1352443"/>
              <a:gd name="connsiteX54" fmla="*/ 7033445 w 10678681"/>
              <a:gd name="connsiteY54" fmla="*/ 1063314 h 1352443"/>
              <a:gd name="connsiteX55" fmla="*/ 6999157 w 10678681"/>
              <a:gd name="connsiteY55" fmla="*/ 1055282 h 1352443"/>
              <a:gd name="connsiteX56" fmla="*/ 6981874 w 10678681"/>
              <a:gd name="connsiteY56" fmla="*/ 1053827 h 1352443"/>
              <a:gd name="connsiteX57" fmla="*/ 6976102 w 10678681"/>
              <a:gd name="connsiteY57" fmla="*/ 1047854 h 1352443"/>
              <a:gd name="connsiteX58" fmla="*/ 6951040 w 10678681"/>
              <a:gd name="connsiteY58" fmla="*/ 1048531 h 1352443"/>
              <a:gd name="connsiteX59" fmla="*/ 6948497 w 10678681"/>
              <a:gd name="connsiteY59" fmla="*/ 1050706 h 1352443"/>
              <a:gd name="connsiteX60" fmla="*/ 6926582 w 10678681"/>
              <a:gd name="connsiteY60" fmla="*/ 1043462 h 1352443"/>
              <a:gd name="connsiteX61" fmla="*/ 6833743 w 10678681"/>
              <a:gd name="connsiteY61" fmla="*/ 1027960 h 1352443"/>
              <a:gd name="connsiteX62" fmla="*/ 6687090 w 10678681"/>
              <a:gd name="connsiteY62" fmla="*/ 1063250 h 1352443"/>
              <a:gd name="connsiteX63" fmla="*/ 6437450 w 10678681"/>
              <a:gd name="connsiteY63" fmla="*/ 1101075 h 1352443"/>
              <a:gd name="connsiteX64" fmla="*/ 6327795 w 10678681"/>
              <a:gd name="connsiteY64" fmla="*/ 1088142 h 1352443"/>
              <a:gd name="connsiteX65" fmla="*/ 6136549 w 10678681"/>
              <a:gd name="connsiteY65" fmla="*/ 1100268 h 1352443"/>
              <a:gd name="connsiteX66" fmla="*/ 6004655 w 10678681"/>
              <a:gd name="connsiteY66" fmla="*/ 1114946 h 1352443"/>
              <a:gd name="connsiteX67" fmla="*/ 5936643 w 10678681"/>
              <a:gd name="connsiteY67" fmla="*/ 1095428 h 1352443"/>
              <a:gd name="connsiteX68" fmla="*/ 5912484 w 10678681"/>
              <a:gd name="connsiteY68" fmla="*/ 1112624 h 1352443"/>
              <a:gd name="connsiteX69" fmla="*/ 5908387 w 10678681"/>
              <a:gd name="connsiteY69" fmla="*/ 1116018 h 1352443"/>
              <a:gd name="connsiteX70" fmla="*/ 5890495 w 10678681"/>
              <a:gd name="connsiteY70" fmla="*/ 1120268 h 1352443"/>
              <a:gd name="connsiteX71" fmla="*/ 5887318 w 10678681"/>
              <a:gd name="connsiteY71" fmla="*/ 1133134 h 1352443"/>
              <a:gd name="connsiteX72" fmla="*/ 5861726 w 10678681"/>
              <a:gd name="connsiteY72" fmla="*/ 1147891 h 1352443"/>
              <a:gd name="connsiteX73" fmla="*/ 5805823 w 10678681"/>
              <a:gd name="connsiteY73" fmla="*/ 1152457 h 1352443"/>
              <a:gd name="connsiteX74" fmla="*/ 5689841 w 10678681"/>
              <a:gd name="connsiteY74" fmla="*/ 1176232 h 1352443"/>
              <a:gd name="connsiteX75" fmla="*/ 5605119 w 10678681"/>
              <a:gd name="connsiteY75" fmla="*/ 1190202 h 1352443"/>
              <a:gd name="connsiteX76" fmla="*/ 5488513 w 10678681"/>
              <a:gd name="connsiteY76" fmla="*/ 1205367 h 1352443"/>
              <a:gd name="connsiteX77" fmla="*/ 5402905 w 10678681"/>
              <a:gd name="connsiteY77" fmla="*/ 1241191 h 1352443"/>
              <a:gd name="connsiteX78" fmla="*/ 5285593 w 10678681"/>
              <a:gd name="connsiteY78" fmla="*/ 1273569 h 1352443"/>
              <a:gd name="connsiteX79" fmla="*/ 5192893 w 10678681"/>
              <a:gd name="connsiteY79" fmla="*/ 1247188 h 1352443"/>
              <a:gd name="connsiteX80" fmla="*/ 5186475 w 10678681"/>
              <a:gd name="connsiteY80" fmla="*/ 1257028 h 1352443"/>
              <a:gd name="connsiteX81" fmla="*/ 5126038 w 10678681"/>
              <a:gd name="connsiteY81" fmla="*/ 1263189 h 1352443"/>
              <a:gd name="connsiteX82" fmla="*/ 4894688 w 10678681"/>
              <a:gd name="connsiteY82" fmla="*/ 1247184 h 1352443"/>
              <a:gd name="connsiteX83" fmla="*/ 4788036 w 10678681"/>
              <a:gd name="connsiteY83" fmla="*/ 1238182 h 1352443"/>
              <a:gd name="connsiteX84" fmla="*/ 4747555 w 10678681"/>
              <a:gd name="connsiteY84" fmla="*/ 1252768 h 1352443"/>
              <a:gd name="connsiteX85" fmla="*/ 4679644 w 10678681"/>
              <a:gd name="connsiteY85" fmla="*/ 1276603 h 1352443"/>
              <a:gd name="connsiteX86" fmla="*/ 4632222 w 10678681"/>
              <a:gd name="connsiteY86" fmla="*/ 1318360 h 1352443"/>
              <a:gd name="connsiteX87" fmla="*/ 4617358 w 10678681"/>
              <a:gd name="connsiteY87" fmla="*/ 1327690 h 1352443"/>
              <a:gd name="connsiteX88" fmla="*/ 4589102 w 10678681"/>
              <a:gd name="connsiteY88" fmla="*/ 1321223 h 1352443"/>
              <a:gd name="connsiteX89" fmla="*/ 4578184 w 10678681"/>
              <a:gd name="connsiteY89" fmla="*/ 1326745 h 1352443"/>
              <a:gd name="connsiteX90" fmla="*/ 4574270 w 10678681"/>
              <a:gd name="connsiteY90" fmla="*/ 1325878 h 1352443"/>
              <a:gd name="connsiteX91" fmla="*/ 4564919 w 10678681"/>
              <a:gd name="connsiteY91" fmla="*/ 1325507 h 1352443"/>
              <a:gd name="connsiteX92" fmla="*/ 4566586 w 10678681"/>
              <a:gd name="connsiteY92" fmla="*/ 1316963 h 1352443"/>
              <a:gd name="connsiteX93" fmla="*/ 4556303 w 10678681"/>
              <a:gd name="connsiteY93" fmla="*/ 1300262 h 1352443"/>
              <a:gd name="connsiteX94" fmla="*/ 4502358 w 10678681"/>
              <a:gd name="connsiteY94" fmla="*/ 1302558 h 1352443"/>
              <a:gd name="connsiteX95" fmla="*/ 4498919 w 10678681"/>
              <a:gd name="connsiteY95" fmla="*/ 1312115 h 1352443"/>
              <a:gd name="connsiteX96" fmla="*/ 4492075 w 10678681"/>
              <a:gd name="connsiteY96" fmla="*/ 1313357 h 1352443"/>
              <a:gd name="connsiteX97" fmla="*/ 4487466 w 10678681"/>
              <a:gd name="connsiteY97" fmla="*/ 1304102 h 1352443"/>
              <a:gd name="connsiteX98" fmla="*/ 4398292 w 10678681"/>
              <a:gd name="connsiteY98" fmla="*/ 1278410 h 1352443"/>
              <a:gd name="connsiteX99" fmla="*/ 4306088 w 10678681"/>
              <a:gd name="connsiteY99" fmla="*/ 1282512 h 1352443"/>
              <a:gd name="connsiteX100" fmla="*/ 4188995 w 10678681"/>
              <a:gd name="connsiteY100" fmla="*/ 1296718 h 1352443"/>
              <a:gd name="connsiteX101" fmla="*/ 4136582 w 10678681"/>
              <a:gd name="connsiteY101" fmla="*/ 1287687 h 1352443"/>
              <a:gd name="connsiteX102" fmla="*/ 4064614 w 10678681"/>
              <a:gd name="connsiteY102" fmla="*/ 1296118 h 1352443"/>
              <a:gd name="connsiteX103" fmla="*/ 3900948 w 10678681"/>
              <a:gd name="connsiteY103" fmla="*/ 1322156 h 1352443"/>
              <a:gd name="connsiteX104" fmla="*/ 3787890 w 10678681"/>
              <a:gd name="connsiteY104" fmla="*/ 1352442 h 1352443"/>
              <a:gd name="connsiteX105" fmla="*/ 3745993 w 10678681"/>
              <a:gd name="connsiteY105" fmla="*/ 1342630 h 1352443"/>
              <a:gd name="connsiteX106" fmla="*/ 3675785 w 10678681"/>
              <a:gd name="connsiteY106" fmla="*/ 1326802 h 1352443"/>
              <a:gd name="connsiteX107" fmla="*/ 3623856 w 10678681"/>
              <a:gd name="connsiteY107" fmla="*/ 1290804 h 1352443"/>
              <a:gd name="connsiteX108" fmla="*/ 3564933 w 10678681"/>
              <a:gd name="connsiteY108" fmla="*/ 1287147 h 1352443"/>
              <a:gd name="connsiteX109" fmla="*/ 3550537 w 10678681"/>
              <a:gd name="connsiteY109" fmla="*/ 1317552 h 1352443"/>
              <a:gd name="connsiteX110" fmla="*/ 3487736 w 10678681"/>
              <a:gd name="connsiteY110" fmla="*/ 1303493 h 1352443"/>
              <a:gd name="connsiteX111" fmla="*/ 3392548 w 10678681"/>
              <a:gd name="connsiteY111" fmla="*/ 1278741 h 1352443"/>
              <a:gd name="connsiteX112" fmla="*/ 3337466 w 10678681"/>
              <a:gd name="connsiteY112" fmla="*/ 1272537 h 1352443"/>
              <a:gd name="connsiteX113" fmla="*/ 3175981 w 10678681"/>
              <a:gd name="connsiteY113" fmla="*/ 1208973 h 1352443"/>
              <a:gd name="connsiteX114" fmla="*/ 3036856 w 10678681"/>
              <a:gd name="connsiteY114" fmla="*/ 1214383 h 1352443"/>
              <a:gd name="connsiteX115" fmla="*/ 2824973 w 10678681"/>
              <a:gd name="connsiteY115" fmla="*/ 1134864 h 1352443"/>
              <a:gd name="connsiteX116" fmla="*/ 2804398 w 10678681"/>
              <a:gd name="connsiteY116" fmla="*/ 1125556 h 1352443"/>
              <a:gd name="connsiteX117" fmla="*/ 2736109 w 10678681"/>
              <a:gd name="connsiteY117" fmla="*/ 1137717 h 1352443"/>
              <a:gd name="connsiteX118" fmla="*/ 2659096 w 10678681"/>
              <a:gd name="connsiteY118" fmla="*/ 1150294 h 1352443"/>
              <a:gd name="connsiteX119" fmla="*/ 2567088 w 10678681"/>
              <a:gd name="connsiteY119" fmla="*/ 1181781 h 1352443"/>
              <a:gd name="connsiteX120" fmla="*/ 2454501 w 10678681"/>
              <a:gd name="connsiteY120" fmla="*/ 1155455 h 1352443"/>
              <a:gd name="connsiteX121" fmla="*/ 2385161 w 10678681"/>
              <a:gd name="connsiteY121" fmla="*/ 1161312 h 1352443"/>
              <a:gd name="connsiteX122" fmla="*/ 2273361 w 10678681"/>
              <a:gd name="connsiteY122" fmla="*/ 1134090 h 1352443"/>
              <a:gd name="connsiteX123" fmla="*/ 2132003 w 10678681"/>
              <a:gd name="connsiteY123" fmla="*/ 1139225 h 1352443"/>
              <a:gd name="connsiteX124" fmla="*/ 2041224 w 10678681"/>
              <a:gd name="connsiteY124" fmla="*/ 1147536 h 1352443"/>
              <a:gd name="connsiteX125" fmla="*/ 2010157 w 10678681"/>
              <a:gd name="connsiteY125" fmla="*/ 1152767 h 1352443"/>
              <a:gd name="connsiteX126" fmla="*/ 1859213 w 10678681"/>
              <a:gd name="connsiteY126" fmla="*/ 1199540 h 1352443"/>
              <a:gd name="connsiteX127" fmla="*/ 1735877 w 10678681"/>
              <a:gd name="connsiteY127" fmla="*/ 1246527 h 1352443"/>
              <a:gd name="connsiteX128" fmla="*/ 1705069 w 10678681"/>
              <a:gd name="connsiteY128" fmla="*/ 1251989 h 1352443"/>
              <a:gd name="connsiteX129" fmla="*/ 1307888 w 10678681"/>
              <a:gd name="connsiteY129" fmla="*/ 1283156 h 1352443"/>
              <a:gd name="connsiteX130" fmla="*/ 1220734 w 10678681"/>
              <a:gd name="connsiteY130" fmla="*/ 1257811 h 1352443"/>
              <a:gd name="connsiteX131" fmla="*/ 1021737 w 10678681"/>
              <a:gd name="connsiteY131" fmla="*/ 1238739 h 1352443"/>
              <a:gd name="connsiteX132" fmla="*/ 959820 w 10678681"/>
              <a:gd name="connsiteY132" fmla="*/ 1275863 h 1352443"/>
              <a:gd name="connsiteX133" fmla="*/ 929137 w 10678681"/>
              <a:gd name="connsiteY133" fmla="*/ 1273957 h 1352443"/>
              <a:gd name="connsiteX134" fmla="*/ 878849 w 10678681"/>
              <a:gd name="connsiteY134" fmla="*/ 1266740 h 1352443"/>
              <a:gd name="connsiteX135" fmla="*/ 800667 w 10678681"/>
              <a:gd name="connsiteY135" fmla="*/ 1282041 h 1352443"/>
              <a:gd name="connsiteX136" fmla="*/ 644906 w 10678681"/>
              <a:gd name="connsiteY136" fmla="*/ 1273685 h 1352443"/>
              <a:gd name="connsiteX137" fmla="*/ 379869 w 10678681"/>
              <a:gd name="connsiteY137" fmla="*/ 1339165 h 1352443"/>
              <a:gd name="connsiteX138" fmla="*/ 137696 w 10678681"/>
              <a:gd name="connsiteY138" fmla="*/ 1319217 h 1352443"/>
              <a:gd name="connsiteX139" fmla="*/ 54250 w 10678681"/>
              <a:gd name="connsiteY139" fmla="*/ 1315838 h 1352443"/>
              <a:gd name="connsiteX140" fmla="*/ 28042 w 10678681"/>
              <a:gd name="connsiteY140" fmla="*/ 1297822 h 1352443"/>
              <a:gd name="connsiteX141" fmla="*/ 0 w 10678681"/>
              <a:gd name="connsiteY141" fmla="*/ 1294612 h 1352443"/>
              <a:gd name="connsiteX142" fmla="*/ 0 w 10678681"/>
              <a:gd name="connsiteY142" fmla="*/ 0 h 1352443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22314 w 10678681"/>
              <a:gd name="connsiteY18" fmla="*/ 33381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720084 w 10678681"/>
              <a:gd name="connsiteY39" fmla="*/ 760750 h 1342734"/>
              <a:gd name="connsiteX40" fmla="*/ 7652907 w 10678681"/>
              <a:gd name="connsiteY40" fmla="*/ 783273 h 1342734"/>
              <a:gd name="connsiteX41" fmla="*/ 7606008 w 10678681"/>
              <a:gd name="connsiteY41" fmla="*/ 800717 h 1342734"/>
              <a:gd name="connsiteX42" fmla="*/ 7480223 w 10678681"/>
              <a:gd name="connsiteY42" fmla="*/ 856821 h 1342734"/>
              <a:gd name="connsiteX43" fmla="*/ 7356005 w 10678681"/>
              <a:gd name="connsiteY43" fmla="*/ 919462 h 1342734"/>
              <a:gd name="connsiteX44" fmla="*/ 7305396 w 10678681"/>
              <a:gd name="connsiteY44" fmla="*/ 986228 h 1342734"/>
              <a:gd name="connsiteX45" fmla="*/ 7266251 w 10678681"/>
              <a:gd name="connsiteY45" fmla="*/ 967864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64919 w 10678681"/>
              <a:gd name="connsiteY89" fmla="*/ 1325507 h 1342734"/>
              <a:gd name="connsiteX90" fmla="*/ 4566586 w 10678681"/>
              <a:gd name="connsiteY90" fmla="*/ 1316963 h 1342734"/>
              <a:gd name="connsiteX91" fmla="*/ 4556303 w 10678681"/>
              <a:gd name="connsiteY91" fmla="*/ 1300262 h 1342734"/>
              <a:gd name="connsiteX92" fmla="*/ 4502358 w 10678681"/>
              <a:gd name="connsiteY92" fmla="*/ 1302558 h 1342734"/>
              <a:gd name="connsiteX93" fmla="*/ 4498919 w 10678681"/>
              <a:gd name="connsiteY93" fmla="*/ 1312115 h 1342734"/>
              <a:gd name="connsiteX94" fmla="*/ 4492075 w 10678681"/>
              <a:gd name="connsiteY94" fmla="*/ 1313357 h 1342734"/>
              <a:gd name="connsiteX95" fmla="*/ 4487466 w 10678681"/>
              <a:gd name="connsiteY95" fmla="*/ 1304102 h 1342734"/>
              <a:gd name="connsiteX96" fmla="*/ 4398292 w 10678681"/>
              <a:gd name="connsiteY96" fmla="*/ 1278410 h 1342734"/>
              <a:gd name="connsiteX97" fmla="*/ 4306088 w 10678681"/>
              <a:gd name="connsiteY97" fmla="*/ 1282512 h 1342734"/>
              <a:gd name="connsiteX98" fmla="*/ 4188995 w 10678681"/>
              <a:gd name="connsiteY98" fmla="*/ 1296718 h 1342734"/>
              <a:gd name="connsiteX99" fmla="*/ 4136582 w 10678681"/>
              <a:gd name="connsiteY99" fmla="*/ 1287687 h 1342734"/>
              <a:gd name="connsiteX100" fmla="*/ 4064614 w 10678681"/>
              <a:gd name="connsiteY100" fmla="*/ 1296118 h 1342734"/>
              <a:gd name="connsiteX101" fmla="*/ 3900948 w 10678681"/>
              <a:gd name="connsiteY101" fmla="*/ 1322156 h 1342734"/>
              <a:gd name="connsiteX102" fmla="*/ 3787890 w 10678681"/>
              <a:gd name="connsiteY102" fmla="*/ 1322164 h 1342734"/>
              <a:gd name="connsiteX103" fmla="*/ 3745993 w 10678681"/>
              <a:gd name="connsiteY103" fmla="*/ 1342630 h 1342734"/>
              <a:gd name="connsiteX104" fmla="*/ 3675785 w 10678681"/>
              <a:gd name="connsiteY104" fmla="*/ 1326802 h 1342734"/>
              <a:gd name="connsiteX105" fmla="*/ 3623856 w 10678681"/>
              <a:gd name="connsiteY105" fmla="*/ 1290804 h 1342734"/>
              <a:gd name="connsiteX106" fmla="*/ 3564933 w 10678681"/>
              <a:gd name="connsiteY106" fmla="*/ 1287147 h 1342734"/>
              <a:gd name="connsiteX107" fmla="*/ 3550537 w 10678681"/>
              <a:gd name="connsiteY107" fmla="*/ 1317552 h 1342734"/>
              <a:gd name="connsiteX108" fmla="*/ 3487736 w 10678681"/>
              <a:gd name="connsiteY108" fmla="*/ 1303493 h 1342734"/>
              <a:gd name="connsiteX109" fmla="*/ 3392548 w 10678681"/>
              <a:gd name="connsiteY109" fmla="*/ 1278741 h 1342734"/>
              <a:gd name="connsiteX110" fmla="*/ 3337466 w 10678681"/>
              <a:gd name="connsiteY110" fmla="*/ 1272537 h 1342734"/>
              <a:gd name="connsiteX111" fmla="*/ 3175981 w 10678681"/>
              <a:gd name="connsiteY111" fmla="*/ 1208973 h 1342734"/>
              <a:gd name="connsiteX112" fmla="*/ 3036856 w 10678681"/>
              <a:gd name="connsiteY112" fmla="*/ 1214383 h 1342734"/>
              <a:gd name="connsiteX113" fmla="*/ 2824973 w 10678681"/>
              <a:gd name="connsiteY113" fmla="*/ 1134864 h 1342734"/>
              <a:gd name="connsiteX114" fmla="*/ 2804398 w 10678681"/>
              <a:gd name="connsiteY114" fmla="*/ 1125556 h 1342734"/>
              <a:gd name="connsiteX115" fmla="*/ 2736109 w 10678681"/>
              <a:gd name="connsiteY115" fmla="*/ 1137717 h 1342734"/>
              <a:gd name="connsiteX116" fmla="*/ 2659096 w 10678681"/>
              <a:gd name="connsiteY116" fmla="*/ 1150294 h 1342734"/>
              <a:gd name="connsiteX117" fmla="*/ 2567088 w 10678681"/>
              <a:gd name="connsiteY117" fmla="*/ 1181781 h 1342734"/>
              <a:gd name="connsiteX118" fmla="*/ 2454501 w 10678681"/>
              <a:gd name="connsiteY118" fmla="*/ 1155455 h 1342734"/>
              <a:gd name="connsiteX119" fmla="*/ 2385161 w 10678681"/>
              <a:gd name="connsiteY119" fmla="*/ 1161312 h 1342734"/>
              <a:gd name="connsiteX120" fmla="*/ 2273361 w 10678681"/>
              <a:gd name="connsiteY120" fmla="*/ 1134090 h 1342734"/>
              <a:gd name="connsiteX121" fmla="*/ 2132003 w 10678681"/>
              <a:gd name="connsiteY121" fmla="*/ 1139225 h 1342734"/>
              <a:gd name="connsiteX122" fmla="*/ 2041224 w 10678681"/>
              <a:gd name="connsiteY122" fmla="*/ 1147536 h 1342734"/>
              <a:gd name="connsiteX123" fmla="*/ 2010157 w 10678681"/>
              <a:gd name="connsiteY123" fmla="*/ 1152767 h 1342734"/>
              <a:gd name="connsiteX124" fmla="*/ 1859213 w 10678681"/>
              <a:gd name="connsiteY124" fmla="*/ 1199540 h 1342734"/>
              <a:gd name="connsiteX125" fmla="*/ 1735877 w 10678681"/>
              <a:gd name="connsiteY125" fmla="*/ 1246527 h 1342734"/>
              <a:gd name="connsiteX126" fmla="*/ 1705069 w 10678681"/>
              <a:gd name="connsiteY126" fmla="*/ 1251989 h 1342734"/>
              <a:gd name="connsiteX127" fmla="*/ 1307888 w 10678681"/>
              <a:gd name="connsiteY127" fmla="*/ 1283156 h 1342734"/>
              <a:gd name="connsiteX128" fmla="*/ 1220734 w 10678681"/>
              <a:gd name="connsiteY128" fmla="*/ 1257811 h 1342734"/>
              <a:gd name="connsiteX129" fmla="*/ 1021737 w 10678681"/>
              <a:gd name="connsiteY129" fmla="*/ 1238739 h 1342734"/>
              <a:gd name="connsiteX130" fmla="*/ 959820 w 10678681"/>
              <a:gd name="connsiteY130" fmla="*/ 1275863 h 1342734"/>
              <a:gd name="connsiteX131" fmla="*/ 929137 w 10678681"/>
              <a:gd name="connsiteY131" fmla="*/ 1273957 h 1342734"/>
              <a:gd name="connsiteX132" fmla="*/ 878849 w 10678681"/>
              <a:gd name="connsiteY132" fmla="*/ 1266740 h 1342734"/>
              <a:gd name="connsiteX133" fmla="*/ 800667 w 10678681"/>
              <a:gd name="connsiteY133" fmla="*/ 1282041 h 1342734"/>
              <a:gd name="connsiteX134" fmla="*/ 644906 w 10678681"/>
              <a:gd name="connsiteY134" fmla="*/ 1273685 h 1342734"/>
              <a:gd name="connsiteX135" fmla="*/ 379869 w 10678681"/>
              <a:gd name="connsiteY135" fmla="*/ 1339165 h 1342734"/>
              <a:gd name="connsiteX136" fmla="*/ 137696 w 10678681"/>
              <a:gd name="connsiteY136" fmla="*/ 1319217 h 1342734"/>
              <a:gd name="connsiteX137" fmla="*/ 54250 w 10678681"/>
              <a:gd name="connsiteY137" fmla="*/ 1315838 h 1342734"/>
              <a:gd name="connsiteX138" fmla="*/ 28042 w 10678681"/>
              <a:gd name="connsiteY138" fmla="*/ 1297822 h 1342734"/>
              <a:gd name="connsiteX139" fmla="*/ 0 w 10678681"/>
              <a:gd name="connsiteY139" fmla="*/ 1294612 h 1342734"/>
              <a:gd name="connsiteX140" fmla="*/ 0 w 10678681"/>
              <a:gd name="connsiteY140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78184 w 10678681"/>
              <a:gd name="connsiteY87" fmla="*/ 1326745 h 1342734"/>
              <a:gd name="connsiteX88" fmla="*/ 4564919 w 10678681"/>
              <a:gd name="connsiteY88" fmla="*/ 1325507 h 1342734"/>
              <a:gd name="connsiteX89" fmla="*/ 4566586 w 10678681"/>
              <a:gd name="connsiteY89" fmla="*/ 1316963 h 1342734"/>
              <a:gd name="connsiteX90" fmla="*/ 4556303 w 10678681"/>
              <a:gd name="connsiteY90" fmla="*/ 1300262 h 1342734"/>
              <a:gd name="connsiteX91" fmla="*/ 4502358 w 10678681"/>
              <a:gd name="connsiteY91" fmla="*/ 1302558 h 1342734"/>
              <a:gd name="connsiteX92" fmla="*/ 4498919 w 10678681"/>
              <a:gd name="connsiteY92" fmla="*/ 1312115 h 1342734"/>
              <a:gd name="connsiteX93" fmla="*/ 4492075 w 10678681"/>
              <a:gd name="connsiteY93" fmla="*/ 1313357 h 1342734"/>
              <a:gd name="connsiteX94" fmla="*/ 4487466 w 10678681"/>
              <a:gd name="connsiteY94" fmla="*/ 1304102 h 1342734"/>
              <a:gd name="connsiteX95" fmla="*/ 4398292 w 10678681"/>
              <a:gd name="connsiteY95" fmla="*/ 1278410 h 1342734"/>
              <a:gd name="connsiteX96" fmla="*/ 4306088 w 10678681"/>
              <a:gd name="connsiteY96" fmla="*/ 1282512 h 1342734"/>
              <a:gd name="connsiteX97" fmla="*/ 4188995 w 10678681"/>
              <a:gd name="connsiteY97" fmla="*/ 1296718 h 1342734"/>
              <a:gd name="connsiteX98" fmla="*/ 4136582 w 10678681"/>
              <a:gd name="connsiteY98" fmla="*/ 1287687 h 1342734"/>
              <a:gd name="connsiteX99" fmla="*/ 4064614 w 10678681"/>
              <a:gd name="connsiteY99" fmla="*/ 1296118 h 1342734"/>
              <a:gd name="connsiteX100" fmla="*/ 3900948 w 10678681"/>
              <a:gd name="connsiteY100" fmla="*/ 1322156 h 1342734"/>
              <a:gd name="connsiteX101" fmla="*/ 3787890 w 10678681"/>
              <a:gd name="connsiteY101" fmla="*/ 1322164 h 1342734"/>
              <a:gd name="connsiteX102" fmla="*/ 3745993 w 10678681"/>
              <a:gd name="connsiteY102" fmla="*/ 1342630 h 1342734"/>
              <a:gd name="connsiteX103" fmla="*/ 3675785 w 10678681"/>
              <a:gd name="connsiteY103" fmla="*/ 1326802 h 1342734"/>
              <a:gd name="connsiteX104" fmla="*/ 3623856 w 10678681"/>
              <a:gd name="connsiteY104" fmla="*/ 1290804 h 1342734"/>
              <a:gd name="connsiteX105" fmla="*/ 3564933 w 10678681"/>
              <a:gd name="connsiteY105" fmla="*/ 1287147 h 1342734"/>
              <a:gd name="connsiteX106" fmla="*/ 3550537 w 10678681"/>
              <a:gd name="connsiteY106" fmla="*/ 1317552 h 1342734"/>
              <a:gd name="connsiteX107" fmla="*/ 3487736 w 10678681"/>
              <a:gd name="connsiteY107" fmla="*/ 1303493 h 1342734"/>
              <a:gd name="connsiteX108" fmla="*/ 3392548 w 10678681"/>
              <a:gd name="connsiteY108" fmla="*/ 1278741 h 1342734"/>
              <a:gd name="connsiteX109" fmla="*/ 3337466 w 10678681"/>
              <a:gd name="connsiteY109" fmla="*/ 1272537 h 1342734"/>
              <a:gd name="connsiteX110" fmla="*/ 3175981 w 10678681"/>
              <a:gd name="connsiteY110" fmla="*/ 1208973 h 1342734"/>
              <a:gd name="connsiteX111" fmla="*/ 3036856 w 10678681"/>
              <a:gd name="connsiteY111" fmla="*/ 1214383 h 1342734"/>
              <a:gd name="connsiteX112" fmla="*/ 2824973 w 10678681"/>
              <a:gd name="connsiteY112" fmla="*/ 1134864 h 1342734"/>
              <a:gd name="connsiteX113" fmla="*/ 2804398 w 10678681"/>
              <a:gd name="connsiteY113" fmla="*/ 1125556 h 1342734"/>
              <a:gd name="connsiteX114" fmla="*/ 2736109 w 10678681"/>
              <a:gd name="connsiteY114" fmla="*/ 1137717 h 1342734"/>
              <a:gd name="connsiteX115" fmla="*/ 2659096 w 10678681"/>
              <a:gd name="connsiteY115" fmla="*/ 1150294 h 1342734"/>
              <a:gd name="connsiteX116" fmla="*/ 2567088 w 10678681"/>
              <a:gd name="connsiteY116" fmla="*/ 1181781 h 1342734"/>
              <a:gd name="connsiteX117" fmla="*/ 2454501 w 10678681"/>
              <a:gd name="connsiteY117" fmla="*/ 1155455 h 1342734"/>
              <a:gd name="connsiteX118" fmla="*/ 2385161 w 10678681"/>
              <a:gd name="connsiteY118" fmla="*/ 1161312 h 1342734"/>
              <a:gd name="connsiteX119" fmla="*/ 2273361 w 10678681"/>
              <a:gd name="connsiteY119" fmla="*/ 1134090 h 1342734"/>
              <a:gd name="connsiteX120" fmla="*/ 2132003 w 10678681"/>
              <a:gd name="connsiteY120" fmla="*/ 1139225 h 1342734"/>
              <a:gd name="connsiteX121" fmla="*/ 2041224 w 10678681"/>
              <a:gd name="connsiteY121" fmla="*/ 1147536 h 1342734"/>
              <a:gd name="connsiteX122" fmla="*/ 2010157 w 10678681"/>
              <a:gd name="connsiteY122" fmla="*/ 1152767 h 1342734"/>
              <a:gd name="connsiteX123" fmla="*/ 1859213 w 10678681"/>
              <a:gd name="connsiteY123" fmla="*/ 1199540 h 1342734"/>
              <a:gd name="connsiteX124" fmla="*/ 1735877 w 10678681"/>
              <a:gd name="connsiteY124" fmla="*/ 1246527 h 1342734"/>
              <a:gd name="connsiteX125" fmla="*/ 1705069 w 10678681"/>
              <a:gd name="connsiteY125" fmla="*/ 1251989 h 1342734"/>
              <a:gd name="connsiteX126" fmla="*/ 1307888 w 10678681"/>
              <a:gd name="connsiteY126" fmla="*/ 1283156 h 1342734"/>
              <a:gd name="connsiteX127" fmla="*/ 1220734 w 10678681"/>
              <a:gd name="connsiteY127" fmla="*/ 1257811 h 1342734"/>
              <a:gd name="connsiteX128" fmla="*/ 1021737 w 10678681"/>
              <a:gd name="connsiteY128" fmla="*/ 1238739 h 1342734"/>
              <a:gd name="connsiteX129" fmla="*/ 959820 w 10678681"/>
              <a:gd name="connsiteY129" fmla="*/ 1275863 h 1342734"/>
              <a:gd name="connsiteX130" fmla="*/ 929137 w 10678681"/>
              <a:gd name="connsiteY130" fmla="*/ 1273957 h 1342734"/>
              <a:gd name="connsiteX131" fmla="*/ 878849 w 10678681"/>
              <a:gd name="connsiteY131" fmla="*/ 1266740 h 1342734"/>
              <a:gd name="connsiteX132" fmla="*/ 800667 w 10678681"/>
              <a:gd name="connsiteY132" fmla="*/ 1282041 h 1342734"/>
              <a:gd name="connsiteX133" fmla="*/ 644906 w 10678681"/>
              <a:gd name="connsiteY133" fmla="*/ 1273685 h 1342734"/>
              <a:gd name="connsiteX134" fmla="*/ 379869 w 10678681"/>
              <a:gd name="connsiteY134" fmla="*/ 1339165 h 1342734"/>
              <a:gd name="connsiteX135" fmla="*/ 137696 w 10678681"/>
              <a:gd name="connsiteY135" fmla="*/ 1319217 h 1342734"/>
              <a:gd name="connsiteX136" fmla="*/ 54250 w 10678681"/>
              <a:gd name="connsiteY136" fmla="*/ 1315838 h 1342734"/>
              <a:gd name="connsiteX137" fmla="*/ 28042 w 10678681"/>
              <a:gd name="connsiteY137" fmla="*/ 1297822 h 1342734"/>
              <a:gd name="connsiteX138" fmla="*/ 0 w 10678681"/>
              <a:gd name="connsiteY138" fmla="*/ 1294612 h 1342734"/>
              <a:gd name="connsiteX139" fmla="*/ 0 w 10678681"/>
              <a:gd name="connsiteY139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578184 w 10678681"/>
              <a:gd name="connsiteY86" fmla="*/ 1326745 h 1342734"/>
              <a:gd name="connsiteX87" fmla="*/ 4564919 w 10678681"/>
              <a:gd name="connsiteY87" fmla="*/ 1325507 h 1342734"/>
              <a:gd name="connsiteX88" fmla="*/ 4566586 w 10678681"/>
              <a:gd name="connsiteY88" fmla="*/ 1316963 h 1342734"/>
              <a:gd name="connsiteX89" fmla="*/ 4556303 w 10678681"/>
              <a:gd name="connsiteY89" fmla="*/ 1300262 h 1342734"/>
              <a:gd name="connsiteX90" fmla="*/ 4502358 w 10678681"/>
              <a:gd name="connsiteY90" fmla="*/ 1302558 h 1342734"/>
              <a:gd name="connsiteX91" fmla="*/ 4498919 w 10678681"/>
              <a:gd name="connsiteY91" fmla="*/ 1312115 h 1342734"/>
              <a:gd name="connsiteX92" fmla="*/ 4492075 w 10678681"/>
              <a:gd name="connsiteY92" fmla="*/ 1313357 h 1342734"/>
              <a:gd name="connsiteX93" fmla="*/ 4487466 w 10678681"/>
              <a:gd name="connsiteY93" fmla="*/ 1304102 h 1342734"/>
              <a:gd name="connsiteX94" fmla="*/ 4398292 w 10678681"/>
              <a:gd name="connsiteY94" fmla="*/ 1278410 h 1342734"/>
              <a:gd name="connsiteX95" fmla="*/ 4306088 w 10678681"/>
              <a:gd name="connsiteY95" fmla="*/ 1282512 h 1342734"/>
              <a:gd name="connsiteX96" fmla="*/ 4188995 w 10678681"/>
              <a:gd name="connsiteY96" fmla="*/ 1296718 h 1342734"/>
              <a:gd name="connsiteX97" fmla="*/ 4136582 w 10678681"/>
              <a:gd name="connsiteY97" fmla="*/ 1287687 h 1342734"/>
              <a:gd name="connsiteX98" fmla="*/ 4064614 w 10678681"/>
              <a:gd name="connsiteY98" fmla="*/ 1296118 h 1342734"/>
              <a:gd name="connsiteX99" fmla="*/ 3900948 w 10678681"/>
              <a:gd name="connsiteY99" fmla="*/ 1322156 h 1342734"/>
              <a:gd name="connsiteX100" fmla="*/ 3787890 w 10678681"/>
              <a:gd name="connsiteY100" fmla="*/ 1322164 h 1342734"/>
              <a:gd name="connsiteX101" fmla="*/ 3745993 w 10678681"/>
              <a:gd name="connsiteY101" fmla="*/ 1342630 h 1342734"/>
              <a:gd name="connsiteX102" fmla="*/ 3675785 w 10678681"/>
              <a:gd name="connsiteY102" fmla="*/ 1326802 h 1342734"/>
              <a:gd name="connsiteX103" fmla="*/ 3623856 w 10678681"/>
              <a:gd name="connsiteY103" fmla="*/ 1290804 h 1342734"/>
              <a:gd name="connsiteX104" fmla="*/ 3564933 w 10678681"/>
              <a:gd name="connsiteY104" fmla="*/ 1287147 h 1342734"/>
              <a:gd name="connsiteX105" fmla="*/ 3550537 w 10678681"/>
              <a:gd name="connsiteY105" fmla="*/ 1317552 h 1342734"/>
              <a:gd name="connsiteX106" fmla="*/ 3487736 w 10678681"/>
              <a:gd name="connsiteY106" fmla="*/ 1303493 h 1342734"/>
              <a:gd name="connsiteX107" fmla="*/ 3392548 w 10678681"/>
              <a:gd name="connsiteY107" fmla="*/ 1278741 h 1342734"/>
              <a:gd name="connsiteX108" fmla="*/ 3337466 w 10678681"/>
              <a:gd name="connsiteY108" fmla="*/ 1272537 h 1342734"/>
              <a:gd name="connsiteX109" fmla="*/ 3175981 w 10678681"/>
              <a:gd name="connsiteY109" fmla="*/ 1208973 h 1342734"/>
              <a:gd name="connsiteX110" fmla="*/ 3036856 w 10678681"/>
              <a:gd name="connsiteY110" fmla="*/ 1214383 h 1342734"/>
              <a:gd name="connsiteX111" fmla="*/ 2824973 w 10678681"/>
              <a:gd name="connsiteY111" fmla="*/ 1134864 h 1342734"/>
              <a:gd name="connsiteX112" fmla="*/ 2804398 w 10678681"/>
              <a:gd name="connsiteY112" fmla="*/ 1125556 h 1342734"/>
              <a:gd name="connsiteX113" fmla="*/ 2736109 w 10678681"/>
              <a:gd name="connsiteY113" fmla="*/ 1137717 h 1342734"/>
              <a:gd name="connsiteX114" fmla="*/ 2659096 w 10678681"/>
              <a:gd name="connsiteY114" fmla="*/ 1150294 h 1342734"/>
              <a:gd name="connsiteX115" fmla="*/ 2567088 w 10678681"/>
              <a:gd name="connsiteY115" fmla="*/ 1181781 h 1342734"/>
              <a:gd name="connsiteX116" fmla="*/ 2454501 w 10678681"/>
              <a:gd name="connsiteY116" fmla="*/ 1155455 h 1342734"/>
              <a:gd name="connsiteX117" fmla="*/ 2385161 w 10678681"/>
              <a:gd name="connsiteY117" fmla="*/ 1161312 h 1342734"/>
              <a:gd name="connsiteX118" fmla="*/ 2273361 w 10678681"/>
              <a:gd name="connsiteY118" fmla="*/ 1134090 h 1342734"/>
              <a:gd name="connsiteX119" fmla="*/ 2132003 w 10678681"/>
              <a:gd name="connsiteY119" fmla="*/ 1139225 h 1342734"/>
              <a:gd name="connsiteX120" fmla="*/ 2041224 w 10678681"/>
              <a:gd name="connsiteY120" fmla="*/ 1147536 h 1342734"/>
              <a:gd name="connsiteX121" fmla="*/ 2010157 w 10678681"/>
              <a:gd name="connsiteY121" fmla="*/ 1152767 h 1342734"/>
              <a:gd name="connsiteX122" fmla="*/ 1859213 w 10678681"/>
              <a:gd name="connsiteY122" fmla="*/ 1199540 h 1342734"/>
              <a:gd name="connsiteX123" fmla="*/ 1735877 w 10678681"/>
              <a:gd name="connsiteY123" fmla="*/ 1246527 h 1342734"/>
              <a:gd name="connsiteX124" fmla="*/ 1705069 w 10678681"/>
              <a:gd name="connsiteY124" fmla="*/ 1251989 h 1342734"/>
              <a:gd name="connsiteX125" fmla="*/ 1307888 w 10678681"/>
              <a:gd name="connsiteY125" fmla="*/ 1283156 h 1342734"/>
              <a:gd name="connsiteX126" fmla="*/ 1220734 w 10678681"/>
              <a:gd name="connsiteY126" fmla="*/ 1257811 h 1342734"/>
              <a:gd name="connsiteX127" fmla="*/ 1021737 w 10678681"/>
              <a:gd name="connsiteY127" fmla="*/ 1238739 h 1342734"/>
              <a:gd name="connsiteX128" fmla="*/ 959820 w 10678681"/>
              <a:gd name="connsiteY128" fmla="*/ 1275863 h 1342734"/>
              <a:gd name="connsiteX129" fmla="*/ 929137 w 10678681"/>
              <a:gd name="connsiteY129" fmla="*/ 1273957 h 1342734"/>
              <a:gd name="connsiteX130" fmla="*/ 878849 w 10678681"/>
              <a:gd name="connsiteY130" fmla="*/ 1266740 h 1342734"/>
              <a:gd name="connsiteX131" fmla="*/ 800667 w 10678681"/>
              <a:gd name="connsiteY131" fmla="*/ 1282041 h 1342734"/>
              <a:gd name="connsiteX132" fmla="*/ 644906 w 10678681"/>
              <a:gd name="connsiteY132" fmla="*/ 1273685 h 1342734"/>
              <a:gd name="connsiteX133" fmla="*/ 379869 w 10678681"/>
              <a:gd name="connsiteY133" fmla="*/ 1339165 h 1342734"/>
              <a:gd name="connsiteX134" fmla="*/ 137696 w 10678681"/>
              <a:gd name="connsiteY134" fmla="*/ 1319217 h 1342734"/>
              <a:gd name="connsiteX135" fmla="*/ 54250 w 10678681"/>
              <a:gd name="connsiteY135" fmla="*/ 1315838 h 1342734"/>
              <a:gd name="connsiteX136" fmla="*/ 28042 w 10678681"/>
              <a:gd name="connsiteY136" fmla="*/ 1297822 h 1342734"/>
              <a:gd name="connsiteX137" fmla="*/ 0 w 10678681"/>
              <a:gd name="connsiteY137" fmla="*/ 1294612 h 1342734"/>
              <a:gd name="connsiteX138" fmla="*/ 0 w 10678681"/>
              <a:gd name="connsiteY138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578184 w 10678681"/>
              <a:gd name="connsiteY85" fmla="*/ 1326745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17473 w 10678681"/>
              <a:gd name="connsiteY85" fmla="*/ 1296467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26038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660167 w 10678681"/>
              <a:gd name="connsiteY122" fmla="*/ 123684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10678681" h="1342734">
                <a:moveTo>
                  <a:pt x="0" y="0"/>
                </a:moveTo>
                <a:lnTo>
                  <a:pt x="10678681" y="0"/>
                </a:lnTo>
                <a:lnTo>
                  <a:pt x="10666019" y="7876"/>
                </a:lnTo>
                <a:cubicBezTo>
                  <a:pt x="10653407" y="16166"/>
                  <a:pt x="10642107" y="24244"/>
                  <a:pt x="10632825" y="32153"/>
                </a:cubicBezTo>
                <a:cubicBezTo>
                  <a:pt x="10592272" y="36323"/>
                  <a:pt x="10556884" y="50892"/>
                  <a:pt x="10516219" y="45588"/>
                </a:cubicBezTo>
                <a:cubicBezTo>
                  <a:pt x="10497465" y="38035"/>
                  <a:pt x="10481313" y="25649"/>
                  <a:pt x="10456989" y="979"/>
                </a:cubicBezTo>
                <a:cubicBezTo>
                  <a:pt x="10458435" y="21260"/>
                  <a:pt x="10448472" y="9612"/>
                  <a:pt x="10438642" y="1524"/>
                </a:cubicBezTo>
                <a:cubicBezTo>
                  <a:pt x="10430119" y="11702"/>
                  <a:pt x="10417632" y="41266"/>
                  <a:pt x="10407146" y="43659"/>
                </a:cubicBezTo>
                <a:cubicBezTo>
                  <a:pt x="10379701" y="2826"/>
                  <a:pt x="10370665" y="125005"/>
                  <a:pt x="10341159" y="103824"/>
                </a:cubicBezTo>
                <a:cubicBezTo>
                  <a:pt x="10332001" y="120367"/>
                  <a:pt x="10274736" y="115685"/>
                  <a:pt x="10244930" y="94599"/>
                </a:cubicBezTo>
                <a:cubicBezTo>
                  <a:pt x="10189350" y="132718"/>
                  <a:pt x="10178914" y="158571"/>
                  <a:pt x="10115334" y="155658"/>
                </a:cubicBezTo>
                <a:cubicBezTo>
                  <a:pt x="10110816" y="185325"/>
                  <a:pt x="10047419" y="166765"/>
                  <a:pt x="10068157" y="215673"/>
                </a:cubicBezTo>
                <a:cubicBezTo>
                  <a:pt x="10047157" y="216184"/>
                  <a:pt x="10029060" y="198149"/>
                  <a:pt x="10045431" y="229568"/>
                </a:cubicBezTo>
                <a:cubicBezTo>
                  <a:pt x="10018897" y="234017"/>
                  <a:pt x="9963426" y="205273"/>
                  <a:pt x="9929077" y="209062"/>
                </a:cubicBezTo>
                <a:cubicBezTo>
                  <a:pt x="9910475" y="224494"/>
                  <a:pt x="9890198" y="272419"/>
                  <a:pt x="9840045" y="223033"/>
                </a:cubicBezTo>
                <a:cubicBezTo>
                  <a:pt x="9789999" y="276055"/>
                  <a:pt x="9744257" y="186744"/>
                  <a:pt x="9679639" y="247182"/>
                </a:cubicBezTo>
                <a:cubicBezTo>
                  <a:pt x="9634736" y="215294"/>
                  <a:pt x="9537501" y="238016"/>
                  <a:pt x="9498347" y="244723"/>
                </a:cubicBezTo>
                <a:cubicBezTo>
                  <a:pt x="9450379" y="244255"/>
                  <a:pt x="9394227" y="293607"/>
                  <a:pt x="9366026" y="299024"/>
                </a:cubicBezTo>
                <a:cubicBezTo>
                  <a:pt x="9341424" y="298595"/>
                  <a:pt x="9297504" y="338146"/>
                  <a:pt x="9316702" y="356523"/>
                </a:cubicBezTo>
                <a:cubicBezTo>
                  <a:pt x="9228105" y="319675"/>
                  <a:pt x="9206375" y="367221"/>
                  <a:pt x="9121744" y="365177"/>
                </a:cubicBezTo>
                <a:cubicBezTo>
                  <a:pt x="9093808" y="425910"/>
                  <a:pt x="9103257" y="373647"/>
                  <a:pt x="9061654" y="393730"/>
                </a:cubicBezTo>
                <a:cubicBezTo>
                  <a:pt x="9060114" y="344357"/>
                  <a:pt x="9015442" y="432718"/>
                  <a:pt x="8997577" y="380865"/>
                </a:cubicBezTo>
                <a:cubicBezTo>
                  <a:pt x="8969550" y="402056"/>
                  <a:pt x="8954076" y="446763"/>
                  <a:pt x="8907968" y="447345"/>
                </a:cubicBezTo>
                <a:cubicBezTo>
                  <a:pt x="8864369" y="428134"/>
                  <a:pt x="8818646" y="497461"/>
                  <a:pt x="8764163" y="471000"/>
                </a:cubicBezTo>
                <a:cubicBezTo>
                  <a:pt x="8744747" y="465539"/>
                  <a:pt x="8688469" y="474754"/>
                  <a:pt x="8680155" y="492404"/>
                </a:cubicBezTo>
                <a:cubicBezTo>
                  <a:pt x="8668902" y="497604"/>
                  <a:pt x="8654338" y="493892"/>
                  <a:pt x="8651436" y="511923"/>
                </a:cubicBezTo>
                <a:cubicBezTo>
                  <a:pt x="8645505" y="533975"/>
                  <a:pt x="8599739" y="507897"/>
                  <a:pt x="8609185" y="531525"/>
                </a:cubicBezTo>
                <a:cubicBezTo>
                  <a:pt x="8576806" y="513805"/>
                  <a:pt x="8560019" y="560634"/>
                  <a:pt x="8537091" y="574933"/>
                </a:cubicBezTo>
                <a:cubicBezTo>
                  <a:pt x="8510928" y="556486"/>
                  <a:pt x="8488623" y="604682"/>
                  <a:pt x="8435931" y="617926"/>
                </a:cubicBezTo>
                <a:cubicBezTo>
                  <a:pt x="8406978" y="596402"/>
                  <a:pt x="8400500" y="627188"/>
                  <a:pt x="8348623" y="600607"/>
                </a:cubicBezTo>
                <a:cubicBezTo>
                  <a:pt x="8347650" y="604255"/>
                  <a:pt x="8320537" y="587451"/>
                  <a:pt x="8276883" y="588214"/>
                </a:cubicBezTo>
                <a:cubicBezTo>
                  <a:pt x="8233229" y="588977"/>
                  <a:pt x="8147007" y="602039"/>
                  <a:pt x="8086698" y="605185"/>
                </a:cubicBezTo>
                <a:cubicBezTo>
                  <a:pt x="8018754" y="612533"/>
                  <a:pt x="8076794" y="658105"/>
                  <a:pt x="7982378" y="629799"/>
                </a:cubicBezTo>
                <a:cubicBezTo>
                  <a:pt x="7978309" y="650417"/>
                  <a:pt x="7968020" y="653434"/>
                  <a:pt x="7947952" y="648003"/>
                </a:cubicBezTo>
                <a:cubicBezTo>
                  <a:pt x="7915301" y="652980"/>
                  <a:pt x="7930086" y="699793"/>
                  <a:pt x="7890112" y="677915"/>
                </a:cubicBezTo>
                <a:cubicBezTo>
                  <a:pt x="7902561" y="702153"/>
                  <a:pt x="7831508" y="700184"/>
                  <a:pt x="7853284" y="723588"/>
                </a:cubicBezTo>
                <a:cubicBezTo>
                  <a:pt x="7838304" y="751013"/>
                  <a:pt x="7817999" y="714992"/>
                  <a:pt x="7802383" y="739359"/>
                </a:cubicBezTo>
                <a:cubicBezTo>
                  <a:pt x="7781922" y="742015"/>
                  <a:pt x="7755431" y="732207"/>
                  <a:pt x="7730518" y="739526"/>
                </a:cubicBezTo>
                <a:cubicBezTo>
                  <a:pt x="7716802" y="743091"/>
                  <a:pt x="7733019" y="753459"/>
                  <a:pt x="7720084" y="760750"/>
                </a:cubicBezTo>
                <a:cubicBezTo>
                  <a:pt x="7707149" y="768041"/>
                  <a:pt x="7671920" y="776612"/>
                  <a:pt x="7652907" y="783273"/>
                </a:cubicBezTo>
                <a:cubicBezTo>
                  <a:pt x="7630163" y="772504"/>
                  <a:pt x="7616976" y="783101"/>
                  <a:pt x="7606008" y="800717"/>
                </a:cubicBezTo>
                <a:cubicBezTo>
                  <a:pt x="7561224" y="806541"/>
                  <a:pt x="7527083" y="837162"/>
                  <a:pt x="7480223" y="856821"/>
                </a:cubicBezTo>
                <a:cubicBezTo>
                  <a:pt x="7422566" y="851729"/>
                  <a:pt x="7406130" y="898621"/>
                  <a:pt x="7356005" y="919462"/>
                </a:cubicBezTo>
                <a:cubicBezTo>
                  <a:pt x="7301710" y="896412"/>
                  <a:pt x="7327853" y="963334"/>
                  <a:pt x="7305396" y="986228"/>
                </a:cubicBezTo>
                <a:lnTo>
                  <a:pt x="7266251" y="967864"/>
                </a:lnTo>
                <a:lnTo>
                  <a:pt x="7258094" y="990679"/>
                </a:lnTo>
                <a:lnTo>
                  <a:pt x="7257893" y="991204"/>
                </a:lnTo>
                <a:lnTo>
                  <a:pt x="7247153" y="991550"/>
                </a:lnTo>
                <a:cubicBezTo>
                  <a:pt x="7228850" y="991013"/>
                  <a:pt x="7210872" y="989423"/>
                  <a:pt x="7193612" y="987042"/>
                </a:cubicBezTo>
                <a:cubicBezTo>
                  <a:pt x="7184018" y="1016185"/>
                  <a:pt x="7117645" y="991054"/>
                  <a:pt x="7132632" y="1042036"/>
                </a:cubicBezTo>
                <a:cubicBezTo>
                  <a:pt x="7109597" y="1040358"/>
                  <a:pt x="7092653" y="1020472"/>
                  <a:pt x="7105610" y="1053537"/>
                </a:cubicBezTo>
                <a:cubicBezTo>
                  <a:pt x="7098186" y="1053959"/>
                  <a:pt x="7071669" y="1042250"/>
                  <a:pt x="7069148" y="1047163"/>
                </a:cubicBezTo>
                <a:lnTo>
                  <a:pt x="7039634" y="1059971"/>
                </a:lnTo>
                <a:lnTo>
                  <a:pt x="7033445" y="1063314"/>
                </a:lnTo>
                <a:lnTo>
                  <a:pt x="6999157" y="1055282"/>
                </a:lnTo>
                <a:lnTo>
                  <a:pt x="6981874" y="1053827"/>
                </a:lnTo>
                <a:lnTo>
                  <a:pt x="6976102" y="1047854"/>
                </a:lnTo>
                <a:cubicBezTo>
                  <a:pt x="6970359" y="1044495"/>
                  <a:pt x="6962768" y="1043656"/>
                  <a:pt x="6951040" y="1048531"/>
                </a:cubicBezTo>
                <a:lnTo>
                  <a:pt x="6948497" y="1050706"/>
                </a:lnTo>
                <a:lnTo>
                  <a:pt x="6926582" y="1043462"/>
                </a:lnTo>
                <a:cubicBezTo>
                  <a:pt x="6919310" y="1039773"/>
                  <a:pt x="6839625" y="1034777"/>
                  <a:pt x="6833743" y="1027960"/>
                </a:cubicBezTo>
                <a:cubicBezTo>
                  <a:pt x="6776335" y="1015119"/>
                  <a:pt x="6761260" y="1047430"/>
                  <a:pt x="6687090" y="1063250"/>
                </a:cubicBezTo>
                <a:cubicBezTo>
                  <a:pt x="6621041" y="1075436"/>
                  <a:pt x="6482366" y="1074217"/>
                  <a:pt x="6431838" y="1063226"/>
                </a:cubicBezTo>
                <a:cubicBezTo>
                  <a:pt x="6405016" y="1060235"/>
                  <a:pt x="6309698" y="1067799"/>
                  <a:pt x="6327795" y="1088142"/>
                </a:cubicBezTo>
                <a:cubicBezTo>
                  <a:pt x="6241699" y="1050273"/>
                  <a:pt x="6228725" y="1111123"/>
                  <a:pt x="6136549" y="1100268"/>
                </a:cubicBezTo>
                <a:cubicBezTo>
                  <a:pt x="6096483" y="1157984"/>
                  <a:pt x="6053277" y="1099229"/>
                  <a:pt x="6004655" y="1114946"/>
                </a:cubicBezTo>
                <a:cubicBezTo>
                  <a:pt x="6010724" y="1065500"/>
                  <a:pt x="5948029" y="1149051"/>
                  <a:pt x="5936643" y="1095428"/>
                </a:cubicBezTo>
                <a:cubicBezTo>
                  <a:pt x="5928154" y="1099986"/>
                  <a:pt x="5920290" y="1106094"/>
                  <a:pt x="5912484" y="1112624"/>
                </a:cubicBezTo>
                <a:lnTo>
                  <a:pt x="5908387" y="1116018"/>
                </a:lnTo>
                <a:lnTo>
                  <a:pt x="5890495" y="1120268"/>
                </a:lnTo>
                <a:lnTo>
                  <a:pt x="5887318" y="1133134"/>
                </a:lnTo>
                <a:lnTo>
                  <a:pt x="5861726" y="1147891"/>
                </a:lnTo>
                <a:cubicBezTo>
                  <a:pt x="5851855" y="1151615"/>
                  <a:pt x="5818443" y="1153513"/>
                  <a:pt x="5805823" y="1152457"/>
                </a:cubicBezTo>
                <a:cubicBezTo>
                  <a:pt x="5761190" y="1128740"/>
                  <a:pt x="5745234" y="1208320"/>
                  <a:pt x="5689841" y="1176232"/>
                </a:cubicBezTo>
                <a:cubicBezTo>
                  <a:pt x="5645165" y="1182523"/>
                  <a:pt x="5638674" y="1185346"/>
                  <a:pt x="5605119" y="1190202"/>
                </a:cubicBezTo>
                <a:cubicBezTo>
                  <a:pt x="5595173" y="1211597"/>
                  <a:pt x="5481899" y="1180798"/>
                  <a:pt x="5488513" y="1205367"/>
                </a:cubicBezTo>
                <a:cubicBezTo>
                  <a:pt x="5455905" y="1184307"/>
                  <a:pt x="5430208" y="1229302"/>
                  <a:pt x="5402905" y="1241191"/>
                </a:cubicBezTo>
                <a:cubicBezTo>
                  <a:pt x="5353635" y="1248161"/>
                  <a:pt x="5228965" y="1244549"/>
                  <a:pt x="5192893" y="1247188"/>
                </a:cubicBezTo>
                <a:cubicBezTo>
                  <a:pt x="5191257" y="1250727"/>
                  <a:pt x="5178909" y="1254361"/>
                  <a:pt x="5164025" y="1257028"/>
                </a:cubicBezTo>
                <a:cubicBezTo>
                  <a:pt x="5149141" y="1259695"/>
                  <a:pt x="5121746" y="1277136"/>
                  <a:pt x="5103589" y="1263189"/>
                </a:cubicBezTo>
                <a:cubicBezTo>
                  <a:pt x="5020856" y="1221392"/>
                  <a:pt x="4961920" y="1251721"/>
                  <a:pt x="4894688" y="1247184"/>
                </a:cubicBezTo>
                <a:cubicBezTo>
                  <a:pt x="4819279" y="1247443"/>
                  <a:pt x="4886780" y="1276272"/>
                  <a:pt x="4788036" y="1238182"/>
                </a:cubicBezTo>
                <a:cubicBezTo>
                  <a:pt x="4780353" y="1258340"/>
                  <a:pt x="4768632" y="1260281"/>
                  <a:pt x="4747555" y="1252768"/>
                </a:cubicBezTo>
                <a:cubicBezTo>
                  <a:pt x="4711089" y="1254336"/>
                  <a:pt x="4719897" y="1302605"/>
                  <a:pt x="4679644" y="1276603"/>
                </a:cubicBezTo>
                <a:cubicBezTo>
                  <a:pt x="4651415" y="1288933"/>
                  <a:pt x="4636594" y="1288316"/>
                  <a:pt x="4617473" y="1296467"/>
                </a:cubicBezTo>
                <a:lnTo>
                  <a:pt x="4564919" y="1325507"/>
                </a:lnTo>
                <a:lnTo>
                  <a:pt x="4566586" y="1316963"/>
                </a:lnTo>
                <a:cubicBezTo>
                  <a:pt x="4569057" y="1308855"/>
                  <a:pt x="4571069" y="1299935"/>
                  <a:pt x="4556303" y="1300262"/>
                </a:cubicBezTo>
                <a:cubicBezTo>
                  <a:pt x="4525488" y="1305073"/>
                  <a:pt x="4517133" y="1269079"/>
                  <a:pt x="4502358" y="1302558"/>
                </a:cubicBezTo>
                <a:lnTo>
                  <a:pt x="4498919" y="1312115"/>
                </a:lnTo>
                <a:lnTo>
                  <a:pt x="4492075" y="1313357"/>
                </a:lnTo>
                <a:cubicBezTo>
                  <a:pt x="4488463" y="1312870"/>
                  <a:pt x="4486534" y="1310394"/>
                  <a:pt x="4487466" y="1304102"/>
                </a:cubicBezTo>
                <a:cubicBezTo>
                  <a:pt x="4457512" y="1328789"/>
                  <a:pt x="4426787" y="1287064"/>
                  <a:pt x="4398292" y="1278410"/>
                </a:cubicBezTo>
                <a:cubicBezTo>
                  <a:pt x="4375210" y="1302378"/>
                  <a:pt x="4366248" y="1283298"/>
                  <a:pt x="4306088" y="1282512"/>
                </a:cubicBezTo>
                <a:cubicBezTo>
                  <a:pt x="4280844" y="1310113"/>
                  <a:pt x="4237476" y="1258925"/>
                  <a:pt x="4188995" y="1296718"/>
                </a:cubicBezTo>
                <a:cubicBezTo>
                  <a:pt x="4186961" y="1293392"/>
                  <a:pt x="4157312" y="1287787"/>
                  <a:pt x="4136582" y="1287687"/>
                </a:cubicBezTo>
                <a:cubicBezTo>
                  <a:pt x="4115852" y="1287587"/>
                  <a:pt x="4081037" y="1280166"/>
                  <a:pt x="4064614" y="1296118"/>
                </a:cubicBezTo>
                <a:cubicBezTo>
                  <a:pt x="3987264" y="1347194"/>
                  <a:pt x="3967205" y="1309881"/>
                  <a:pt x="3900948" y="1322156"/>
                </a:cubicBezTo>
                <a:cubicBezTo>
                  <a:pt x="3826014" y="1330612"/>
                  <a:pt x="3831060" y="1333478"/>
                  <a:pt x="3787890" y="1322164"/>
                </a:cubicBezTo>
                <a:cubicBezTo>
                  <a:pt x="3777929" y="1303028"/>
                  <a:pt x="3766063" y="1332733"/>
                  <a:pt x="3745993" y="1342630"/>
                </a:cubicBezTo>
                <a:cubicBezTo>
                  <a:pt x="3709591" y="1345286"/>
                  <a:pt x="3712765" y="1296323"/>
                  <a:pt x="3675785" y="1326802"/>
                </a:cubicBezTo>
                <a:cubicBezTo>
                  <a:pt x="3682573" y="1300349"/>
                  <a:pt x="3606829" y="1318588"/>
                  <a:pt x="3623856" y="1290804"/>
                </a:cubicBezTo>
                <a:cubicBezTo>
                  <a:pt x="3600335" y="1267550"/>
                  <a:pt x="3588308" y="1307279"/>
                  <a:pt x="3564933" y="1287147"/>
                </a:cubicBezTo>
                <a:cubicBezTo>
                  <a:pt x="3538420" y="1283043"/>
                  <a:pt x="3579946" y="1314789"/>
                  <a:pt x="3550537" y="1317552"/>
                </a:cubicBezTo>
                <a:cubicBezTo>
                  <a:pt x="3514920" y="1316159"/>
                  <a:pt x="3514600" y="1364317"/>
                  <a:pt x="3487736" y="1303493"/>
                </a:cubicBezTo>
                <a:cubicBezTo>
                  <a:pt x="3450312" y="1319195"/>
                  <a:pt x="3443340" y="1291726"/>
                  <a:pt x="3392548" y="1278741"/>
                </a:cubicBezTo>
                <a:cubicBezTo>
                  <a:pt x="3371053" y="1294449"/>
                  <a:pt x="3354022" y="1287164"/>
                  <a:pt x="3337466" y="1272537"/>
                </a:cubicBezTo>
                <a:cubicBezTo>
                  <a:pt x="3287808" y="1277154"/>
                  <a:pt x="3231625" y="1217343"/>
                  <a:pt x="3175981" y="1208973"/>
                </a:cubicBezTo>
                <a:cubicBezTo>
                  <a:pt x="3115467" y="1227175"/>
                  <a:pt x="3096324" y="1223154"/>
                  <a:pt x="3036856" y="1214383"/>
                </a:cubicBezTo>
                <a:cubicBezTo>
                  <a:pt x="2976484" y="1195723"/>
                  <a:pt x="2863716" y="1149668"/>
                  <a:pt x="2824973" y="1134864"/>
                </a:cubicBezTo>
                <a:cubicBezTo>
                  <a:pt x="2817752" y="1140972"/>
                  <a:pt x="2802616" y="1134132"/>
                  <a:pt x="2804398" y="1125556"/>
                </a:cubicBezTo>
                <a:cubicBezTo>
                  <a:pt x="2796364" y="1128008"/>
                  <a:pt x="2737660" y="1151579"/>
                  <a:pt x="2736109" y="1137717"/>
                </a:cubicBezTo>
                <a:cubicBezTo>
                  <a:pt x="2696082" y="1134954"/>
                  <a:pt x="2695314" y="1134322"/>
                  <a:pt x="2659096" y="1150294"/>
                </a:cubicBezTo>
                <a:cubicBezTo>
                  <a:pt x="2582535" y="1124403"/>
                  <a:pt x="2622743" y="1189988"/>
                  <a:pt x="2567088" y="1181781"/>
                </a:cubicBezTo>
                <a:cubicBezTo>
                  <a:pt x="2523074" y="1153322"/>
                  <a:pt x="2505741" y="1175022"/>
                  <a:pt x="2454501" y="1155455"/>
                </a:cubicBezTo>
                <a:cubicBezTo>
                  <a:pt x="2435184" y="1199648"/>
                  <a:pt x="2405890" y="1149324"/>
                  <a:pt x="2385161" y="1161312"/>
                </a:cubicBezTo>
                <a:cubicBezTo>
                  <a:pt x="2329714" y="1166582"/>
                  <a:pt x="2322102" y="1137771"/>
                  <a:pt x="2273361" y="1134090"/>
                </a:cubicBezTo>
                <a:cubicBezTo>
                  <a:pt x="2270204" y="1112590"/>
                  <a:pt x="2164540" y="1136821"/>
                  <a:pt x="2132003" y="1139225"/>
                </a:cubicBezTo>
                <a:cubicBezTo>
                  <a:pt x="2119616" y="1127805"/>
                  <a:pt x="2068429" y="1132839"/>
                  <a:pt x="2041224" y="1147536"/>
                </a:cubicBezTo>
                <a:cubicBezTo>
                  <a:pt x="2072319" y="1178143"/>
                  <a:pt x="2006941" y="1118646"/>
                  <a:pt x="2010157" y="1152767"/>
                </a:cubicBezTo>
                <a:cubicBezTo>
                  <a:pt x="1976080" y="1167742"/>
                  <a:pt x="1904926" y="1183913"/>
                  <a:pt x="1859213" y="1199540"/>
                </a:cubicBezTo>
                <a:cubicBezTo>
                  <a:pt x="1837985" y="1173314"/>
                  <a:pt x="1772946" y="1249813"/>
                  <a:pt x="1735877" y="1246527"/>
                </a:cubicBezTo>
                <a:cubicBezTo>
                  <a:pt x="1727774" y="1263559"/>
                  <a:pt x="1674382" y="1247072"/>
                  <a:pt x="1660167" y="1236849"/>
                </a:cubicBezTo>
                <a:cubicBezTo>
                  <a:pt x="1541640" y="1221134"/>
                  <a:pt x="1352140" y="1267338"/>
                  <a:pt x="1279827" y="1245307"/>
                </a:cubicBezTo>
                <a:lnTo>
                  <a:pt x="1021737" y="1238739"/>
                </a:lnTo>
                <a:cubicBezTo>
                  <a:pt x="1011829" y="1264670"/>
                  <a:pt x="960483" y="1235921"/>
                  <a:pt x="959820" y="1275863"/>
                </a:cubicBezTo>
                <a:cubicBezTo>
                  <a:pt x="950745" y="1291685"/>
                  <a:pt x="934594" y="1289700"/>
                  <a:pt x="929137" y="1273957"/>
                </a:cubicBezTo>
                <a:cubicBezTo>
                  <a:pt x="909281" y="1275184"/>
                  <a:pt x="894620" y="1293444"/>
                  <a:pt x="878849" y="1266740"/>
                </a:cubicBezTo>
                <a:cubicBezTo>
                  <a:pt x="851668" y="1267510"/>
                  <a:pt x="816599" y="1322523"/>
                  <a:pt x="800667" y="1282041"/>
                </a:cubicBezTo>
                <a:cubicBezTo>
                  <a:pt x="741645" y="1285469"/>
                  <a:pt x="699773" y="1269716"/>
                  <a:pt x="644906" y="1273685"/>
                </a:cubicBezTo>
                <a:cubicBezTo>
                  <a:pt x="541527" y="1321342"/>
                  <a:pt x="446058" y="1236106"/>
                  <a:pt x="379869" y="1339165"/>
                </a:cubicBezTo>
                <a:cubicBezTo>
                  <a:pt x="292000" y="1296022"/>
                  <a:pt x="211611" y="1323804"/>
                  <a:pt x="137696" y="1319217"/>
                </a:cubicBezTo>
                <a:cubicBezTo>
                  <a:pt x="102121" y="1327987"/>
                  <a:pt x="88791" y="1285209"/>
                  <a:pt x="54250" y="1315838"/>
                </a:cubicBezTo>
                <a:cubicBezTo>
                  <a:pt x="49461" y="1305340"/>
                  <a:pt x="39595" y="1300426"/>
                  <a:pt x="28042" y="1297822"/>
                </a:cubicBezTo>
                <a:lnTo>
                  <a:pt x="0" y="1294612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EF693875-948C-4D9B-AE6F-8F689427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114199"/>
            <a:ext cx="6884912" cy="74380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8CF630E-BC57-4786-8B1F-C22C04E8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114200"/>
            <a:ext cx="6884912" cy="74380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2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40161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23E34B2-A975-08D5-8E23-F7FF6472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4476464" cy="1216024"/>
          </a:xfrm>
        </p:spPr>
        <p:txBody>
          <a:bodyPr>
            <a:normAutofit/>
          </a:bodyPr>
          <a:lstStyle/>
          <a:p>
            <a:r>
              <a:rPr lang="it-IT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Introduzione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D2A4C2-9B9F-B535-5CEF-82CB03456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63685"/>
            <a:ext cx="3875963" cy="4107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Benvenuti alla presentazione sull'analisi della concorrenza nel settore farmaceutico. Questa analisi fornisce una panoramica delle principali aziende concorrenti nel mercato e delle loro strategie.</a:t>
            </a:r>
          </a:p>
          <a:p>
            <a:endParaRPr lang="it-IT" dirty="0"/>
          </a:p>
        </p:txBody>
      </p:sp>
      <p:pic>
        <p:nvPicPr>
          <p:cNvPr id="4" name="Picture 3" descr="Arte tridimensionale con onde">
            <a:extLst>
              <a:ext uri="{FF2B5EF4-FFF2-40B4-BE49-F238E27FC236}">
                <a16:creationId xmlns:a16="http://schemas.microsoft.com/office/drawing/2014/main" id="{D5E57CAC-53A5-7DA8-EF9F-A86B040F68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48" r="10849" b="2"/>
          <a:stretch/>
        </p:blipFill>
        <p:spPr>
          <a:xfrm>
            <a:off x="5251840" y="10"/>
            <a:ext cx="6940161" cy="6868876"/>
          </a:xfrm>
          <a:custGeom>
            <a:avLst/>
            <a:gdLst/>
            <a:ahLst/>
            <a:cxnLst/>
            <a:rect l="l" t="t" r="r" b="b"/>
            <a:pathLst>
              <a:path w="6940161" h="6857999">
                <a:moveTo>
                  <a:pt x="857190" y="0"/>
                </a:moveTo>
                <a:lnTo>
                  <a:pt x="6940161" y="0"/>
                </a:lnTo>
                <a:lnTo>
                  <a:pt x="6940161" y="6857999"/>
                </a:lnTo>
                <a:lnTo>
                  <a:pt x="496459" y="6857999"/>
                </a:lnTo>
                <a:lnTo>
                  <a:pt x="486507" y="6839466"/>
                </a:lnTo>
                <a:cubicBezTo>
                  <a:pt x="477389" y="6820641"/>
                  <a:pt x="471173" y="6801859"/>
                  <a:pt x="480078" y="6795812"/>
                </a:cubicBezTo>
                <a:cubicBezTo>
                  <a:pt x="475408" y="6761382"/>
                  <a:pt x="493736" y="6723009"/>
                  <a:pt x="482330" y="6676796"/>
                </a:cubicBezTo>
                <a:cubicBezTo>
                  <a:pt x="479519" y="6617030"/>
                  <a:pt x="476161" y="6634511"/>
                  <a:pt x="469648" y="6539722"/>
                </a:cubicBezTo>
                <a:cubicBezTo>
                  <a:pt x="459969" y="6498384"/>
                  <a:pt x="496382" y="6456575"/>
                  <a:pt x="477855" y="6433501"/>
                </a:cubicBezTo>
                <a:cubicBezTo>
                  <a:pt x="464018" y="6378655"/>
                  <a:pt x="442310" y="6325849"/>
                  <a:pt x="414008" y="6271586"/>
                </a:cubicBezTo>
                <a:cubicBezTo>
                  <a:pt x="378091" y="6226697"/>
                  <a:pt x="377466" y="6140798"/>
                  <a:pt x="299660" y="6080454"/>
                </a:cubicBezTo>
                <a:cubicBezTo>
                  <a:pt x="268606" y="6014324"/>
                  <a:pt x="244498" y="5964143"/>
                  <a:pt x="221239" y="5913249"/>
                </a:cubicBezTo>
                <a:cubicBezTo>
                  <a:pt x="210139" y="5897439"/>
                  <a:pt x="175369" y="5809427"/>
                  <a:pt x="160103" y="5775094"/>
                </a:cubicBezTo>
                <a:cubicBezTo>
                  <a:pt x="87298" y="5686529"/>
                  <a:pt x="103897" y="5672717"/>
                  <a:pt x="87873" y="5573809"/>
                </a:cubicBezTo>
                <a:cubicBezTo>
                  <a:pt x="76224" y="5541231"/>
                  <a:pt x="76748" y="5525076"/>
                  <a:pt x="57933" y="5490695"/>
                </a:cubicBezTo>
                <a:lnTo>
                  <a:pt x="30889" y="5398377"/>
                </a:lnTo>
                <a:lnTo>
                  <a:pt x="34140" y="5390971"/>
                </a:lnTo>
                <a:lnTo>
                  <a:pt x="35928" y="5390229"/>
                </a:lnTo>
                <a:lnTo>
                  <a:pt x="16968" y="5309266"/>
                </a:lnTo>
                <a:cubicBezTo>
                  <a:pt x="13970" y="5303642"/>
                  <a:pt x="-917" y="5289094"/>
                  <a:pt x="2490" y="5276920"/>
                </a:cubicBezTo>
                <a:lnTo>
                  <a:pt x="24907" y="5208159"/>
                </a:lnTo>
                <a:lnTo>
                  <a:pt x="31839" y="5162682"/>
                </a:lnTo>
                <a:cubicBezTo>
                  <a:pt x="28501" y="5155528"/>
                  <a:pt x="24609" y="5048935"/>
                  <a:pt x="18796" y="5043371"/>
                </a:cubicBezTo>
                <a:cubicBezTo>
                  <a:pt x="54584" y="4976689"/>
                  <a:pt x="5001" y="4985095"/>
                  <a:pt x="14358" y="4908985"/>
                </a:cubicBezTo>
                <a:cubicBezTo>
                  <a:pt x="17201" y="4816358"/>
                  <a:pt x="5675" y="4749418"/>
                  <a:pt x="4769" y="4643799"/>
                </a:cubicBezTo>
                <a:cubicBezTo>
                  <a:pt x="4111" y="4581455"/>
                  <a:pt x="-7137" y="4509050"/>
                  <a:pt x="7402" y="4395547"/>
                </a:cubicBezTo>
                <a:cubicBezTo>
                  <a:pt x="11591" y="4330720"/>
                  <a:pt x="28535" y="4313913"/>
                  <a:pt x="23462" y="4274064"/>
                </a:cubicBezTo>
                <a:cubicBezTo>
                  <a:pt x="22995" y="4245538"/>
                  <a:pt x="22530" y="4217012"/>
                  <a:pt x="22063" y="4188486"/>
                </a:cubicBezTo>
                <a:lnTo>
                  <a:pt x="24672" y="4170100"/>
                </a:lnTo>
                <a:lnTo>
                  <a:pt x="34973" y="4166123"/>
                </a:lnTo>
                <a:lnTo>
                  <a:pt x="26424" y="4120096"/>
                </a:lnTo>
                <a:cubicBezTo>
                  <a:pt x="28986" y="4109871"/>
                  <a:pt x="49338" y="4079429"/>
                  <a:pt x="47886" y="4066698"/>
                </a:cubicBezTo>
                <a:cubicBezTo>
                  <a:pt x="26522" y="4022850"/>
                  <a:pt x="34453" y="4030338"/>
                  <a:pt x="47327" y="3969172"/>
                </a:cubicBezTo>
                <a:cubicBezTo>
                  <a:pt x="40297" y="3948973"/>
                  <a:pt x="40044" y="3857354"/>
                  <a:pt x="53093" y="3844350"/>
                </a:cubicBezTo>
                <a:cubicBezTo>
                  <a:pt x="55739" y="3830819"/>
                  <a:pt x="50778" y="3815585"/>
                  <a:pt x="64866" y="3808459"/>
                </a:cubicBezTo>
                <a:cubicBezTo>
                  <a:pt x="81775" y="3797121"/>
                  <a:pt x="54599" y="3752382"/>
                  <a:pt x="74864" y="3757643"/>
                </a:cubicBezTo>
                <a:cubicBezTo>
                  <a:pt x="56224" y="3725828"/>
                  <a:pt x="74270" y="3660981"/>
                  <a:pt x="82640" y="3632606"/>
                </a:cubicBezTo>
                <a:cubicBezTo>
                  <a:pt x="85981" y="3582255"/>
                  <a:pt x="88778" y="3571708"/>
                  <a:pt x="89222" y="3534990"/>
                </a:cubicBezTo>
                <a:cubicBezTo>
                  <a:pt x="92019" y="3533125"/>
                  <a:pt x="80706" y="3481126"/>
                  <a:pt x="79835" y="3454133"/>
                </a:cubicBezTo>
                <a:cubicBezTo>
                  <a:pt x="78963" y="3427139"/>
                  <a:pt x="96173" y="3390611"/>
                  <a:pt x="83991" y="3373027"/>
                </a:cubicBezTo>
                <a:cubicBezTo>
                  <a:pt x="80767" y="3298527"/>
                  <a:pt x="69808" y="3290617"/>
                  <a:pt x="62958" y="3222737"/>
                </a:cubicBezTo>
                <a:cubicBezTo>
                  <a:pt x="59618" y="3146284"/>
                  <a:pt x="39695" y="3184007"/>
                  <a:pt x="49209" y="3118188"/>
                </a:cubicBezTo>
                <a:cubicBezTo>
                  <a:pt x="65221" y="3109217"/>
                  <a:pt x="85573" y="3024732"/>
                  <a:pt x="78480" y="3003808"/>
                </a:cubicBezTo>
                <a:cubicBezTo>
                  <a:pt x="78037" y="2966753"/>
                  <a:pt x="77812" y="2989870"/>
                  <a:pt x="77566" y="2944921"/>
                </a:cubicBezTo>
                <a:lnTo>
                  <a:pt x="94406" y="2877744"/>
                </a:lnTo>
                <a:cubicBezTo>
                  <a:pt x="87936" y="2880724"/>
                  <a:pt x="108480" y="2822146"/>
                  <a:pt x="108051" y="2807161"/>
                </a:cubicBezTo>
                <a:cubicBezTo>
                  <a:pt x="110507" y="2775643"/>
                  <a:pt x="80880" y="2769288"/>
                  <a:pt x="107377" y="2752347"/>
                </a:cubicBezTo>
                <a:lnTo>
                  <a:pt x="114975" y="2748299"/>
                </a:lnTo>
                <a:cubicBezTo>
                  <a:pt x="115205" y="2745962"/>
                  <a:pt x="115434" y="2743625"/>
                  <a:pt x="115663" y="2741288"/>
                </a:cubicBezTo>
                <a:cubicBezTo>
                  <a:pt x="115098" y="2737657"/>
                  <a:pt x="112995" y="2735847"/>
                  <a:pt x="107929" y="2737160"/>
                </a:cubicBezTo>
                <a:cubicBezTo>
                  <a:pt x="126569" y="2705347"/>
                  <a:pt x="119693" y="2699356"/>
                  <a:pt x="122707" y="2659631"/>
                </a:cubicBezTo>
                <a:cubicBezTo>
                  <a:pt x="135394" y="2612127"/>
                  <a:pt x="120483" y="2628594"/>
                  <a:pt x="145471" y="2573336"/>
                </a:cubicBezTo>
                <a:cubicBezTo>
                  <a:pt x="156086" y="2559732"/>
                  <a:pt x="170382" y="2541339"/>
                  <a:pt x="170626" y="2528057"/>
                </a:cubicBezTo>
                <a:lnTo>
                  <a:pt x="202713" y="2489594"/>
                </a:lnTo>
                <a:cubicBezTo>
                  <a:pt x="203853" y="2487774"/>
                  <a:pt x="204248" y="2473350"/>
                  <a:pt x="203650" y="2468303"/>
                </a:cubicBezTo>
                <a:lnTo>
                  <a:pt x="223316" y="2460480"/>
                </a:lnTo>
                <a:lnTo>
                  <a:pt x="215120" y="2423535"/>
                </a:lnTo>
                <a:lnTo>
                  <a:pt x="223455" y="2404394"/>
                </a:lnTo>
                <a:cubicBezTo>
                  <a:pt x="243490" y="2392610"/>
                  <a:pt x="229596" y="2347474"/>
                  <a:pt x="238853" y="2324643"/>
                </a:cubicBezTo>
                <a:cubicBezTo>
                  <a:pt x="239504" y="2297698"/>
                  <a:pt x="266477" y="2284202"/>
                  <a:pt x="272463" y="2255535"/>
                </a:cubicBezTo>
                <a:cubicBezTo>
                  <a:pt x="290597" y="2249648"/>
                  <a:pt x="306594" y="2207828"/>
                  <a:pt x="294092" y="2184679"/>
                </a:cubicBezTo>
                <a:lnTo>
                  <a:pt x="323221" y="2093132"/>
                </a:lnTo>
                <a:cubicBezTo>
                  <a:pt x="348282" y="2084587"/>
                  <a:pt x="366071" y="1985868"/>
                  <a:pt x="377324" y="1950235"/>
                </a:cubicBezTo>
                <a:cubicBezTo>
                  <a:pt x="397581" y="1920183"/>
                  <a:pt x="445208" y="1898905"/>
                  <a:pt x="457649" y="1861568"/>
                </a:cubicBezTo>
                <a:cubicBezTo>
                  <a:pt x="464664" y="1810687"/>
                  <a:pt x="447457" y="1869507"/>
                  <a:pt x="451972" y="1809499"/>
                </a:cubicBezTo>
                <a:cubicBezTo>
                  <a:pt x="450982" y="1754297"/>
                  <a:pt x="465413" y="1767680"/>
                  <a:pt x="474550" y="1693716"/>
                </a:cubicBezTo>
                <a:cubicBezTo>
                  <a:pt x="473258" y="1654244"/>
                  <a:pt x="481626" y="1627007"/>
                  <a:pt x="481301" y="1605195"/>
                </a:cubicBezTo>
                <a:cubicBezTo>
                  <a:pt x="490491" y="1568952"/>
                  <a:pt x="493569" y="1564518"/>
                  <a:pt x="497837" y="1516217"/>
                </a:cubicBezTo>
                <a:cubicBezTo>
                  <a:pt x="503639" y="1488452"/>
                  <a:pt x="534082" y="1457870"/>
                  <a:pt x="513281" y="1429841"/>
                </a:cubicBezTo>
                <a:cubicBezTo>
                  <a:pt x="527326" y="1412325"/>
                  <a:pt x="570430" y="1413592"/>
                  <a:pt x="550104" y="1380081"/>
                </a:cubicBezTo>
                <a:cubicBezTo>
                  <a:pt x="575583" y="1394128"/>
                  <a:pt x="551452" y="1335176"/>
                  <a:pt x="574526" y="1334891"/>
                </a:cubicBezTo>
                <a:cubicBezTo>
                  <a:pt x="593486" y="1336427"/>
                  <a:pt x="633157" y="1194568"/>
                  <a:pt x="638123" y="1185551"/>
                </a:cubicBezTo>
                <a:cubicBezTo>
                  <a:pt x="647468" y="1149210"/>
                  <a:pt x="657504" y="1148087"/>
                  <a:pt x="664747" y="1111168"/>
                </a:cubicBezTo>
                <a:cubicBezTo>
                  <a:pt x="679107" y="1057226"/>
                  <a:pt x="652121" y="1022543"/>
                  <a:pt x="664913" y="993353"/>
                </a:cubicBezTo>
                <a:cubicBezTo>
                  <a:pt x="684189" y="960214"/>
                  <a:pt x="707497" y="867450"/>
                  <a:pt x="721256" y="813953"/>
                </a:cubicBezTo>
                <a:cubicBezTo>
                  <a:pt x="734607" y="746430"/>
                  <a:pt x="738988" y="666470"/>
                  <a:pt x="745023" y="588218"/>
                </a:cubicBezTo>
                <a:cubicBezTo>
                  <a:pt x="735393" y="475380"/>
                  <a:pt x="719076" y="536119"/>
                  <a:pt x="725253" y="376479"/>
                </a:cubicBezTo>
                <a:lnTo>
                  <a:pt x="735457" y="280992"/>
                </a:lnTo>
                <a:cubicBezTo>
                  <a:pt x="735270" y="276227"/>
                  <a:pt x="742007" y="223140"/>
                  <a:pt x="741820" y="218374"/>
                </a:cubicBezTo>
                <a:lnTo>
                  <a:pt x="735299" y="188178"/>
                </a:lnTo>
                <a:lnTo>
                  <a:pt x="764938" y="152404"/>
                </a:lnTo>
                <a:cubicBezTo>
                  <a:pt x="776066" y="136342"/>
                  <a:pt x="783668" y="122048"/>
                  <a:pt x="802071" y="91810"/>
                </a:cubicBezTo>
                <a:lnTo>
                  <a:pt x="849585" y="301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7108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6128F1-B384-8066-11AC-DD01797D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6967181" cy="1216024"/>
          </a:xfrm>
        </p:spPr>
        <p:txBody>
          <a:bodyPr>
            <a:normAutofit/>
          </a:bodyPr>
          <a:lstStyle/>
          <a:p>
            <a:r>
              <a:rPr lang="it-IT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Panoramica del Settore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35E15B-FFB7-E53A-286F-FD4E561B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47356"/>
            <a:ext cx="6967181" cy="4107021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Descrizione del settore e delle sue dinamiche.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Tendenze attuali e future nel settore.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Picture 4" descr="Vista aerea dei grattacieli di una città">
            <a:extLst>
              <a:ext uri="{FF2B5EF4-FFF2-40B4-BE49-F238E27FC236}">
                <a16:creationId xmlns:a16="http://schemas.microsoft.com/office/drawing/2014/main" id="{E3ED5AC4-B22B-2C13-8ABD-3CDD908037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60" r="30076" b="-1"/>
          <a:stretch/>
        </p:blipFill>
        <p:spPr>
          <a:xfrm>
            <a:off x="7968222" y="2"/>
            <a:ext cx="4223778" cy="6865951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9319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B4D1B3-F91E-74DD-4677-A2E95AB9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it-IT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Principali Aziende Competitrici:</a:t>
            </a:r>
            <a:br>
              <a:rPr lang="it-IT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it-IT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9A51332-368E-953C-3F66-2E2078D2B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974871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99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3A3861-D6CB-34A3-53C2-6C4370B2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it-IT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Analisi dei competitors diretti</a:t>
            </a:r>
            <a:endParaRPr lang="it-IT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5E26088-BE9C-9291-9E1D-84BD710A60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544118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077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40161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3F9C4E-F9C5-F35C-1D50-E3F49B5D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4476464" cy="1216024"/>
          </a:xfrm>
        </p:spPr>
        <p:txBody>
          <a:bodyPr>
            <a:normAutofit/>
          </a:bodyPr>
          <a:lstStyle/>
          <a:p>
            <a:r>
              <a:rPr lang="it-IT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Conclusioni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FA5DC4-65A2-F799-0869-062620016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63685"/>
            <a:ext cx="3875963" cy="4107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Sulla base dell'analisi condotta, sono state identificate opportunità strategiche e possibili minacce nel settore. È importante adottare strategie competitive per mantenere e aumentare la nostra posizione di mercato.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Picture 4" descr="Grafico su documento con penna">
            <a:extLst>
              <a:ext uri="{FF2B5EF4-FFF2-40B4-BE49-F238E27FC236}">
                <a16:creationId xmlns:a16="http://schemas.microsoft.com/office/drawing/2014/main" id="{7B164339-1FE1-C0DF-FE2D-8CBE43CDB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39" r="9418"/>
          <a:stretch/>
        </p:blipFill>
        <p:spPr>
          <a:xfrm>
            <a:off x="5251840" y="10"/>
            <a:ext cx="6940161" cy="6868876"/>
          </a:xfrm>
          <a:custGeom>
            <a:avLst/>
            <a:gdLst/>
            <a:ahLst/>
            <a:cxnLst/>
            <a:rect l="l" t="t" r="r" b="b"/>
            <a:pathLst>
              <a:path w="6940161" h="6857999">
                <a:moveTo>
                  <a:pt x="857190" y="0"/>
                </a:moveTo>
                <a:lnTo>
                  <a:pt x="6940161" y="0"/>
                </a:lnTo>
                <a:lnTo>
                  <a:pt x="6940161" y="6857999"/>
                </a:lnTo>
                <a:lnTo>
                  <a:pt x="496459" y="6857999"/>
                </a:lnTo>
                <a:lnTo>
                  <a:pt x="486507" y="6839466"/>
                </a:lnTo>
                <a:cubicBezTo>
                  <a:pt x="477389" y="6820641"/>
                  <a:pt x="471173" y="6801859"/>
                  <a:pt x="480078" y="6795812"/>
                </a:cubicBezTo>
                <a:cubicBezTo>
                  <a:pt x="475408" y="6761382"/>
                  <a:pt x="493736" y="6723009"/>
                  <a:pt x="482330" y="6676796"/>
                </a:cubicBezTo>
                <a:cubicBezTo>
                  <a:pt x="479519" y="6617030"/>
                  <a:pt x="476161" y="6634511"/>
                  <a:pt x="469648" y="6539722"/>
                </a:cubicBezTo>
                <a:cubicBezTo>
                  <a:pt x="459969" y="6498384"/>
                  <a:pt x="496382" y="6456575"/>
                  <a:pt x="477855" y="6433501"/>
                </a:cubicBezTo>
                <a:cubicBezTo>
                  <a:pt x="464018" y="6378655"/>
                  <a:pt x="442310" y="6325849"/>
                  <a:pt x="414008" y="6271586"/>
                </a:cubicBezTo>
                <a:cubicBezTo>
                  <a:pt x="378091" y="6226697"/>
                  <a:pt x="377466" y="6140798"/>
                  <a:pt x="299660" y="6080454"/>
                </a:cubicBezTo>
                <a:cubicBezTo>
                  <a:pt x="268606" y="6014324"/>
                  <a:pt x="244498" y="5964143"/>
                  <a:pt x="221239" y="5913249"/>
                </a:cubicBezTo>
                <a:cubicBezTo>
                  <a:pt x="210139" y="5897439"/>
                  <a:pt x="175369" y="5809427"/>
                  <a:pt x="160103" y="5775094"/>
                </a:cubicBezTo>
                <a:cubicBezTo>
                  <a:pt x="87298" y="5686529"/>
                  <a:pt x="103897" y="5672717"/>
                  <a:pt x="87873" y="5573809"/>
                </a:cubicBezTo>
                <a:cubicBezTo>
                  <a:pt x="76224" y="5541231"/>
                  <a:pt x="76748" y="5525076"/>
                  <a:pt x="57933" y="5490695"/>
                </a:cubicBezTo>
                <a:lnTo>
                  <a:pt x="30889" y="5398377"/>
                </a:lnTo>
                <a:lnTo>
                  <a:pt x="34140" y="5390971"/>
                </a:lnTo>
                <a:lnTo>
                  <a:pt x="35928" y="5390229"/>
                </a:lnTo>
                <a:lnTo>
                  <a:pt x="16968" y="5309266"/>
                </a:lnTo>
                <a:cubicBezTo>
                  <a:pt x="13970" y="5303642"/>
                  <a:pt x="-917" y="5289094"/>
                  <a:pt x="2490" y="5276920"/>
                </a:cubicBezTo>
                <a:lnTo>
                  <a:pt x="24907" y="5208159"/>
                </a:lnTo>
                <a:lnTo>
                  <a:pt x="31839" y="5162682"/>
                </a:lnTo>
                <a:cubicBezTo>
                  <a:pt x="28501" y="5155528"/>
                  <a:pt x="24609" y="5048935"/>
                  <a:pt x="18796" y="5043371"/>
                </a:cubicBezTo>
                <a:cubicBezTo>
                  <a:pt x="54584" y="4976689"/>
                  <a:pt x="5001" y="4985095"/>
                  <a:pt x="14358" y="4908985"/>
                </a:cubicBezTo>
                <a:cubicBezTo>
                  <a:pt x="17201" y="4816358"/>
                  <a:pt x="5675" y="4749418"/>
                  <a:pt x="4769" y="4643799"/>
                </a:cubicBezTo>
                <a:cubicBezTo>
                  <a:pt x="4111" y="4581455"/>
                  <a:pt x="-7137" y="4509050"/>
                  <a:pt x="7402" y="4395547"/>
                </a:cubicBezTo>
                <a:cubicBezTo>
                  <a:pt x="11591" y="4330720"/>
                  <a:pt x="28535" y="4313913"/>
                  <a:pt x="23462" y="4274064"/>
                </a:cubicBezTo>
                <a:cubicBezTo>
                  <a:pt x="22995" y="4245538"/>
                  <a:pt x="22530" y="4217012"/>
                  <a:pt x="22063" y="4188486"/>
                </a:cubicBezTo>
                <a:lnTo>
                  <a:pt x="24672" y="4170100"/>
                </a:lnTo>
                <a:lnTo>
                  <a:pt x="34973" y="4166123"/>
                </a:lnTo>
                <a:lnTo>
                  <a:pt x="26424" y="4120096"/>
                </a:lnTo>
                <a:cubicBezTo>
                  <a:pt x="28986" y="4109871"/>
                  <a:pt x="49338" y="4079429"/>
                  <a:pt x="47886" y="4066698"/>
                </a:cubicBezTo>
                <a:cubicBezTo>
                  <a:pt x="26522" y="4022850"/>
                  <a:pt x="34453" y="4030338"/>
                  <a:pt x="47327" y="3969172"/>
                </a:cubicBezTo>
                <a:cubicBezTo>
                  <a:pt x="40297" y="3948973"/>
                  <a:pt x="40044" y="3857354"/>
                  <a:pt x="53093" y="3844350"/>
                </a:cubicBezTo>
                <a:cubicBezTo>
                  <a:pt x="55739" y="3830819"/>
                  <a:pt x="50778" y="3815585"/>
                  <a:pt x="64866" y="3808459"/>
                </a:cubicBezTo>
                <a:cubicBezTo>
                  <a:pt x="81775" y="3797121"/>
                  <a:pt x="54599" y="3752382"/>
                  <a:pt x="74864" y="3757643"/>
                </a:cubicBezTo>
                <a:cubicBezTo>
                  <a:pt x="56224" y="3725828"/>
                  <a:pt x="74270" y="3660981"/>
                  <a:pt x="82640" y="3632606"/>
                </a:cubicBezTo>
                <a:cubicBezTo>
                  <a:pt x="85981" y="3582255"/>
                  <a:pt x="88778" y="3571708"/>
                  <a:pt x="89222" y="3534990"/>
                </a:cubicBezTo>
                <a:cubicBezTo>
                  <a:pt x="92019" y="3533125"/>
                  <a:pt x="80706" y="3481126"/>
                  <a:pt x="79835" y="3454133"/>
                </a:cubicBezTo>
                <a:cubicBezTo>
                  <a:pt x="78963" y="3427139"/>
                  <a:pt x="96173" y="3390611"/>
                  <a:pt x="83991" y="3373027"/>
                </a:cubicBezTo>
                <a:cubicBezTo>
                  <a:pt x="80767" y="3298527"/>
                  <a:pt x="69808" y="3290617"/>
                  <a:pt x="62958" y="3222737"/>
                </a:cubicBezTo>
                <a:cubicBezTo>
                  <a:pt x="59618" y="3146284"/>
                  <a:pt x="39695" y="3184007"/>
                  <a:pt x="49209" y="3118188"/>
                </a:cubicBezTo>
                <a:cubicBezTo>
                  <a:pt x="65221" y="3109217"/>
                  <a:pt x="85573" y="3024732"/>
                  <a:pt x="78480" y="3003808"/>
                </a:cubicBezTo>
                <a:cubicBezTo>
                  <a:pt x="78037" y="2966753"/>
                  <a:pt x="77812" y="2989870"/>
                  <a:pt x="77566" y="2944921"/>
                </a:cubicBezTo>
                <a:lnTo>
                  <a:pt x="94406" y="2877744"/>
                </a:lnTo>
                <a:cubicBezTo>
                  <a:pt x="87936" y="2880724"/>
                  <a:pt x="108480" y="2822146"/>
                  <a:pt x="108051" y="2807161"/>
                </a:cubicBezTo>
                <a:cubicBezTo>
                  <a:pt x="110507" y="2775643"/>
                  <a:pt x="80880" y="2769288"/>
                  <a:pt x="107377" y="2752347"/>
                </a:cubicBezTo>
                <a:lnTo>
                  <a:pt x="114975" y="2748299"/>
                </a:lnTo>
                <a:cubicBezTo>
                  <a:pt x="115205" y="2745962"/>
                  <a:pt x="115434" y="2743625"/>
                  <a:pt x="115663" y="2741288"/>
                </a:cubicBezTo>
                <a:cubicBezTo>
                  <a:pt x="115098" y="2737657"/>
                  <a:pt x="112995" y="2735847"/>
                  <a:pt x="107929" y="2737160"/>
                </a:cubicBezTo>
                <a:cubicBezTo>
                  <a:pt x="126569" y="2705347"/>
                  <a:pt x="119693" y="2699356"/>
                  <a:pt x="122707" y="2659631"/>
                </a:cubicBezTo>
                <a:cubicBezTo>
                  <a:pt x="135394" y="2612127"/>
                  <a:pt x="120483" y="2628594"/>
                  <a:pt x="145471" y="2573336"/>
                </a:cubicBezTo>
                <a:cubicBezTo>
                  <a:pt x="156086" y="2559732"/>
                  <a:pt x="170382" y="2541339"/>
                  <a:pt x="170626" y="2528057"/>
                </a:cubicBezTo>
                <a:lnTo>
                  <a:pt x="202713" y="2489594"/>
                </a:lnTo>
                <a:cubicBezTo>
                  <a:pt x="203853" y="2487774"/>
                  <a:pt x="204248" y="2473350"/>
                  <a:pt x="203650" y="2468303"/>
                </a:cubicBezTo>
                <a:lnTo>
                  <a:pt x="223316" y="2460480"/>
                </a:lnTo>
                <a:lnTo>
                  <a:pt x="215120" y="2423535"/>
                </a:lnTo>
                <a:lnTo>
                  <a:pt x="223455" y="2404394"/>
                </a:lnTo>
                <a:cubicBezTo>
                  <a:pt x="243490" y="2392610"/>
                  <a:pt x="229596" y="2347474"/>
                  <a:pt x="238853" y="2324643"/>
                </a:cubicBezTo>
                <a:cubicBezTo>
                  <a:pt x="239504" y="2297698"/>
                  <a:pt x="266477" y="2284202"/>
                  <a:pt x="272463" y="2255535"/>
                </a:cubicBezTo>
                <a:cubicBezTo>
                  <a:pt x="290597" y="2249648"/>
                  <a:pt x="306594" y="2207828"/>
                  <a:pt x="294092" y="2184679"/>
                </a:cubicBezTo>
                <a:lnTo>
                  <a:pt x="323221" y="2093132"/>
                </a:lnTo>
                <a:cubicBezTo>
                  <a:pt x="348282" y="2084587"/>
                  <a:pt x="366071" y="1985868"/>
                  <a:pt x="377324" y="1950235"/>
                </a:cubicBezTo>
                <a:cubicBezTo>
                  <a:pt x="397581" y="1920183"/>
                  <a:pt x="445208" y="1898905"/>
                  <a:pt x="457649" y="1861568"/>
                </a:cubicBezTo>
                <a:cubicBezTo>
                  <a:pt x="464664" y="1810687"/>
                  <a:pt x="447457" y="1869507"/>
                  <a:pt x="451972" y="1809499"/>
                </a:cubicBezTo>
                <a:cubicBezTo>
                  <a:pt x="450982" y="1754297"/>
                  <a:pt x="465413" y="1767680"/>
                  <a:pt x="474550" y="1693716"/>
                </a:cubicBezTo>
                <a:cubicBezTo>
                  <a:pt x="473258" y="1654244"/>
                  <a:pt x="481626" y="1627007"/>
                  <a:pt x="481301" y="1605195"/>
                </a:cubicBezTo>
                <a:cubicBezTo>
                  <a:pt x="490491" y="1568952"/>
                  <a:pt x="493569" y="1564518"/>
                  <a:pt x="497837" y="1516217"/>
                </a:cubicBezTo>
                <a:cubicBezTo>
                  <a:pt x="503639" y="1488452"/>
                  <a:pt x="534082" y="1457870"/>
                  <a:pt x="513281" y="1429841"/>
                </a:cubicBezTo>
                <a:cubicBezTo>
                  <a:pt x="527326" y="1412325"/>
                  <a:pt x="570430" y="1413592"/>
                  <a:pt x="550104" y="1380081"/>
                </a:cubicBezTo>
                <a:cubicBezTo>
                  <a:pt x="575583" y="1394128"/>
                  <a:pt x="551452" y="1335176"/>
                  <a:pt x="574526" y="1334891"/>
                </a:cubicBezTo>
                <a:cubicBezTo>
                  <a:pt x="593486" y="1336427"/>
                  <a:pt x="633157" y="1194568"/>
                  <a:pt x="638123" y="1185551"/>
                </a:cubicBezTo>
                <a:cubicBezTo>
                  <a:pt x="647468" y="1149210"/>
                  <a:pt x="657504" y="1148087"/>
                  <a:pt x="664747" y="1111168"/>
                </a:cubicBezTo>
                <a:cubicBezTo>
                  <a:pt x="679107" y="1057226"/>
                  <a:pt x="652121" y="1022543"/>
                  <a:pt x="664913" y="993353"/>
                </a:cubicBezTo>
                <a:cubicBezTo>
                  <a:pt x="684189" y="960214"/>
                  <a:pt x="707497" y="867450"/>
                  <a:pt x="721256" y="813953"/>
                </a:cubicBezTo>
                <a:cubicBezTo>
                  <a:pt x="734607" y="746430"/>
                  <a:pt x="738988" y="666470"/>
                  <a:pt x="745023" y="588218"/>
                </a:cubicBezTo>
                <a:cubicBezTo>
                  <a:pt x="735393" y="475380"/>
                  <a:pt x="719076" y="536119"/>
                  <a:pt x="725253" y="376479"/>
                </a:cubicBezTo>
                <a:lnTo>
                  <a:pt x="735457" y="280992"/>
                </a:lnTo>
                <a:cubicBezTo>
                  <a:pt x="735270" y="276227"/>
                  <a:pt x="742007" y="223140"/>
                  <a:pt x="741820" y="218374"/>
                </a:cubicBezTo>
                <a:lnTo>
                  <a:pt x="735299" y="188178"/>
                </a:lnTo>
                <a:lnTo>
                  <a:pt x="764938" y="152404"/>
                </a:lnTo>
                <a:cubicBezTo>
                  <a:pt x="776066" y="136342"/>
                  <a:pt x="783668" y="122048"/>
                  <a:pt x="802071" y="91810"/>
                </a:cubicBezTo>
                <a:lnTo>
                  <a:pt x="849585" y="301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13712867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Arial</vt:lpstr>
      <vt:lpstr>Bembo</vt:lpstr>
      <vt:lpstr>Symbol</vt:lpstr>
      <vt:lpstr>ArchiveVTI</vt:lpstr>
      <vt:lpstr>Analisi della ConcorrenzA</vt:lpstr>
      <vt:lpstr>Introduzione</vt:lpstr>
      <vt:lpstr>Panoramica del Settore</vt:lpstr>
      <vt:lpstr>Principali Aziende Competitrici: </vt:lpstr>
      <vt:lpstr>Analisi dei competitors diretti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della ConcorrenzA</dc:title>
  <dc:creator>Samanta Ndoj</dc:creator>
  <cp:lastModifiedBy>Samanta Ndoj</cp:lastModifiedBy>
  <cp:revision>1</cp:revision>
  <dcterms:created xsi:type="dcterms:W3CDTF">2024-05-10T09:10:37Z</dcterms:created>
  <dcterms:modified xsi:type="dcterms:W3CDTF">2024-05-10T09:14:18Z</dcterms:modified>
</cp:coreProperties>
</file>